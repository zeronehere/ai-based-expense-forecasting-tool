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3" r:id="rId10"/>
    <p:sldId id="264" r:id="rId11"/>
    <p:sldId id="274" r:id="rId12"/>
    <p:sldId id="265" r:id="rId13"/>
    <p:sldId id="266" r:id="rId14"/>
    <p:sldId id="267" r:id="rId15"/>
    <p:sldId id="268" r:id="rId16"/>
    <p:sldId id="279" r:id="rId17"/>
    <p:sldId id="278" r:id="rId18"/>
    <p:sldId id="269" r:id="rId19"/>
    <p:sldId id="275" r:id="rId20"/>
    <p:sldId id="270" r:id="rId21"/>
    <p:sldId id="271" r:id="rId22"/>
    <p:sldId id="272" r:id="rId23"/>
    <p:sldId id="276" r:id="rId24"/>
    <p:sldId id="277" r:id="rId25"/>
    <p:sldId id="28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5EAEAA-B969-B066-442E-C51C3ACD2F29}" v="5" dt="2025-11-10T12:26:14.160"/>
    <p1510:client id="{53981F54-E958-418B-8E55-A9EBD569E020}" v="89" dt="2025-11-10T11:54:59.0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sv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sv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33053A3-CF2C-4DC2-ACDF-AD8F0B033551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FB6E706-1CAA-4408-B189-4D3522E25430}">
      <dgm:prSet/>
      <dgm:spPr/>
      <dgm:t>
        <a:bodyPr/>
        <a:lstStyle/>
        <a:p>
          <a:r>
            <a:rPr lang="en-US"/>
            <a:t>AI-Powered Categorization Engine</a:t>
          </a:r>
        </a:p>
      </dgm:t>
    </dgm:pt>
    <dgm:pt modelId="{354E6AC6-F497-471B-9965-C2263FD0E4EF}" type="parTrans" cxnId="{4B53A0CF-EFBD-4E87-AECB-E826D4B739DD}">
      <dgm:prSet/>
      <dgm:spPr/>
      <dgm:t>
        <a:bodyPr/>
        <a:lstStyle/>
        <a:p>
          <a:endParaRPr lang="en-US"/>
        </a:p>
      </dgm:t>
    </dgm:pt>
    <dgm:pt modelId="{160B5B57-5E91-45A2-BA7A-8B2CB7E6F854}" type="sibTrans" cxnId="{4B53A0CF-EFBD-4E87-AECB-E826D4B739DD}">
      <dgm:prSet/>
      <dgm:spPr/>
      <dgm:t>
        <a:bodyPr/>
        <a:lstStyle/>
        <a:p>
          <a:endParaRPr lang="en-US"/>
        </a:p>
      </dgm:t>
    </dgm:pt>
    <dgm:pt modelId="{CD22877F-90AC-4C9D-B16E-7C0EE3C5F261}">
      <dgm:prSet/>
      <dgm:spPr/>
      <dgm:t>
        <a:bodyPr/>
        <a:lstStyle/>
        <a:p>
          <a:r>
            <a:rPr lang="en-US"/>
            <a:t>Intelligent Transaction Categorization:</a:t>
          </a:r>
        </a:p>
      </dgm:t>
    </dgm:pt>
    <dgm:pt modelId="{41B65642-DAD0-4D25-A91D-5D16BAD6B896}" type="parTrans" cxnId="{901CB692-0D8A-4FD1-BE7A-611C16580BA3}">
      <dgm:prSet/>
      <dgm:spPr/>
      <dgm:t>
        <a:bodyPr/>
        <a:lstStyle/>
        <a:p>
          <a:endParaRPr lang="en-US"/>
        </a:p>
      </dgm:t>
    </dgm:pt>
    <dgm:pt modelId="{86835330-DDCD-4F5A-8293-A3E91171E903}" type="sibTrans" cxnId="{901CB692-0D8A-4FD1-BE7A-611C16580BA3}">
      <dgm:prSet/>
      <dgm:spPr/>
      <dgm:t>
        <a:bodyPr/>
        <a:lstStyle/>
        <a:p>
          <a:endParaRPr lang="en-US"/>
        </a:p>
      </dgm:t>
    </dgm:pt>
    <dgm:pt modelId="{4BDC227A-2DDB-495F-B9C8-FF4DE7DE5D20}">
      <dgm:prSet/>
      <dgm:spPr/>
      <dgm:t>
        <a:bodyPr/>
        <a:lstStyle/>
        <a:p>
          <a:r>
            <a:rPr lang="en-US"/>
            <a:t>🤖 NLTK-Based Processing: Tokenization and keyword extraction</a:t>
          </a:r>
        </a:p>
      </dgm:t>
    </dgm:pt>
    <dgm:pt modelId="{2A9B0D01-7467-412B-B44F-C81C33E0EC29}" type="parTrans" cxnId="{1DFCA8C8-1600-4152-BC8A-C3DDA44B5231}">
      <dgm:prSet/>
      <dgm:spPr/>
      <dgm:t>
        <a:bodyPr/>
        <a:lstStyle/>
        <a:p>
          <a:endParaRPr lang="en-US"/>
        </a:p>
      </dgm:t>
    </dgm:pt>
    <dgm:pt modelId="{1C6677AB-812B-43B3-928C-05CFFA73EF05}" type="sibTrans" cxnId="{1DFCA8C8-1600-4152-BC8A-C3DDA44B5231}">
      <dgm:prSet/>
      <dgm:spPr/>
      <dgm:t>
        <a:bodyPr/>
        <a:lstStyle/>
        <a:p>
          <a:endParaRPr lang="en-US"/>
        </a:p>
      </dgm:t>
    </dgm:pt>
    <dgm:pt modelId="{5761FBD1-693E-43B0-AC02-5A84734EE2AE}">
      <dgm:prSet/>
      <dgm:spPr/>
      <dgm:t>
        <a:bodyPr/>
        <a:lstStyle/>
        <a:p>
          <a:r>
            <a:rPr lang="en-US"/>
            <a:t>🔍 Pattern Matching: Exact and partial keyword matching</a:t>
          </a:r>
        </a:p>
      </dgm:t>
    </dgm:pt>
    <dgm:pt modelId="{FAE5AFF5-AF65-4CC1-B4D8-945270F33F4A}" type="parTrans" cxnId="{5432DB6C-00CB-4AE9-B3BB-2258CE7F9D94}">
      <dgm:prSet/>
      <dgm:spPr/>
      <dgm:t>
        <a:bodyPr/>
        <a:lstStyle/>
        <a:p>
          <a:endParaRPr lang="en-US"/>
        </a:p>
      </dgm:t>
    </dgm:pt>
    <dgm:pt modelId="{7B0EC803-9661-445F-97BF-19510A787F13}" type="sibTrans" cxnId="{5432DB6C-00CB-4AE9-B3BB-2258CE7F9D94}">
      <dgm:prSet/>
      <dgm:spPr/>
      <dgm:t>
        <a:bodyPr/>
        <a:lstStyle/>
        <a:p>
          <a:endParaRPr lang="en-US"/>
        </a:p>
      </dgm:t>
    </dgm:pt>
    <dgm:pt modelId="{9ECFA56F-74B2-4936-9C3F-934CE3069809}">
      <dgm:prSet/>
      <dgm:spPr/>
      <dgm:t>
        <a:bodyPr/>
        <a:lstStyle/>
        <a:p>
          <a:r>
            <a:rPr lang="en-US"/>
            <a:t>🎯 Confidence Scoring: High/Medium/Low confidence levels</a:t>
          </a:r>
        </a:p>
      </dgm:t>
    </dgm:pt>
    <dgm:pt modelId="{FFC6E55D-31DF-4FCD-8A9D-4DBA857B7864}" type="parTrans" cxnId="{E535A9D2-0DD1-45A6-85F6-1F592A1DBF76}">
      <dgm:prSet/>
      <dgm:spPr/>
      <dgm:t>
        <a:bodyPr/>
        <a:lstStyle/>
        <a:p>
          <a:endParaRPr lang="en-US"/>
        </a:p>
      </dgm:t>
    </dgm:pt>
    <dgm:pt modelId="{8055BE52-C573-433B-AEB6-D316FF4E25EA}" type="sibTrans" cxnId="{E535A9D2-0DD1-45A6-85F6-1F592A1DBF76}">
      <dgm:prSet/>
      <dgm:spPr/>
      <dgm:t>
        <a:bodyPr/>
        <a:lstStyle/>
        <a:p>
          <a:endParaRPr lang="en-US"/>
        </a:p>
      </dgm:t>
    </dgm:pt>
    <dgm:pt modelId="{B7397E32-F7D9-4238-9DA8-1BF71073DBE1}">
      <dgm:prSet/>
      <dgm:spPr/>
      <dgm:t>
        <a:bodyPr/>
        <a:lstStyle/>
        <a:p>
          <a:r>
            <a:rPr lang="en-US"/>
            <a:t>💡 Smart Suggestions: Alternative category recommendations</a:t>
          </a:r>
        </a:p>
      </dgm:t>
    </dgm:pt>
    <dgm:pt modelId="{DFD88D01-9DCD-4F82-8C32-4A7A6271A3AC}" type="parTrans" cxnId="{3358BD52-EFC5-4971-B7FD-923301B46353}">
      <dgm:prSet/>
      <dgm:spPr/>
      <dgm:t>
        <a:bodyPr/>
        <a:lstStyle/>
        <a:p>
          <a:endParaRPr lang="en-US"/>
        </a:p>
      </dgm:t>
    </dgm:pt>
    <dgm:pt modelId="{16CD4361-4B9C-4612-A4E7-89A3DB72A458}" type="sibTrans" cxnId="{3358BD52-EFC5-4971-B7FD-923301B46353}">
      <dgm:prSet/>
      <dgm:spPr/>
      <dgm:t>
        <a:bodyPr/>
        <a:lstStyle/>
        <a:p>
          <a:endParaRPr lang="en-US"/>
        </a:p>
      </dgm:t>
    </dgm:pt>
    <dgm:pt modelId="{9EC3EFF0-0E07-417D-AA8B-B226589F1C22}">
      <dgm:prSet/>
      <dgm:spPr/>
      <dgm:t>
        <a:bodyPr/>
        <a:lstStyle/>
        <a:p>
          <a:r>
            <a:rPr lang="en-US"/>
            <a:t>🏢 Brand Recognition: Context-aware categorization (Amazon, Uber, etc.)</a:t>
          </a:r>
        </a:p>
      </dgm:t>
    </dgm:pt>
    <dgm:pt modelId="{57DFA85E-A2AF-43F2-B084-3EF0988531CD}" type="parTrans" cxnId="{C5AD0E8F-CAA5-48F0-BD1D-EB273BA3583D}">
      <dgm:prSet/>
      <dgm:spPr/>
      <dgm:t>
        <a:bodyPr/>
        <a:lstStyle/>
        <a:p>
          <a:endParaRPr lang="en-US"/>
        </a:p>
      </dgm:t>
    </dgm:pt>
    <dgm:pt modelId="{4A111673-D871-455C-A636-A39EE1796217}" type="sibTrans" cxnId="{C5AD0E8F-CAA5-48F0-BD1D-EB273BA3583D}">
      <dgm:prSet/>
      <dgm:spPr/>
      <dgm:t>
        <a:bodyPr/>
        <a:lstStyle/>
        <a:p>
          <a:endParaRPr lang="en-US"/>
        </a:p>
      </dgm:t>
    </dgm:pt>
    <dgm:pt modelId="{256371D6-77FF-4070-849D-E0A9567982AD}">
      <dgm:prSet/>
      <dgm:spPr/>
      <dgm:t>
        <a:bodyPr/>
        <a:lstStyle/>
        <a:p>
          <a:r>
            <a:rPr lang="en-US"/>
            <a:t>Categories Supported:</a:t>
          </a:r>
        </a:p>
      </dgm:t>
    </dgm:pt>
    <dgm:pt modelId="{C6C00B9D-6A34-4850-99E2-FB3A165C7301}" type="parTrans" cxnId="{57BBF991-F309-4B2E-BF1F-C98F37237294}">
      <dgm:prSet/>
      <dgm:spPr/>
      <dgm:t>
        <a:bodyPr/>
        <a:lstStyle/>
        <a:p>
          <a:endParaRPr lang="en-US"/>
        </a:p>
      </dgm:t>
    </dgm:pt>
    <dgm:pt modelId="{E2E4628E-9F3A-45D0-9C31-EA6E32A6D131}" type="sibTrans" cxnId="{57BBF991-F309-4B2E-BF1F-C98F37237294}">
      <dgm:prSet/>
      <dgm:spPr/>
      <dgm:t>
        <a:bodyPr/>
        <a:lstStyle/>
        <a:p>
          <a:endParaRPr lang="en-US"/>
        </a:p>
      </dgm:t>
    </dgm:pt>
    <dgm:pt modelId="{244DC9C6-5616-4F2F-B22C-B653977DDF02}">
      <dgm:prSet/>
      <dgm:spPr/>
      <dgm:t>
        <a:bodyPr/>
        <a:lstStyle/>
        <a:p>
          <a:r>
            <a:rPr lang="en-US"/>
            <a:t>Groceries, Transport, Dining, Rent, Utilities</a:t>
          </a:r>
        </a:p>
      </dgm:t>
    </dgm:pt>
    <dgm:pt modelId="{138DB41D-8AA9-4773-B9F5-45EA1863B127}" type="parTrans" cxnId="{1460E448-88BA-450D-92B2-F984BAAC88E2}">
      <dgm:prSet/>
      <dgm:spPr/>
      <dgm:t>
        <a:bodyPr/>
        <a:lstStyle/>
        <a:p>
          <a:endParaRPr lang="en-US"/>
        </a:p>
      </dgm:t>
    </dgm:pt>
    <dgm:pt modelId="{81024110-650C-419D-80F7-5F1B4BD7483B}" type="sibTrans" cxnId="{1460E448-88BA-450D-92B2-F984BAAC88E2}">
      <dgm:prSet/>
      <dgm:spPr/>
      <dgm:t>
        <a:bodyPr/>
        <a:lstStyle/>
        <a:p>
          <a:endParaRPr lang="en-US"/>
        </a:p>
      </dgm:t>
    </dgm:pt>
    <dgm:pt modelId="{4D54089D-99BF-4A72-B489-3C997AD9FD03}">
      <dgm:prSet/>
      <dgm:spPr/>
      <dgm:t>
        <a:bodyPr/>
        <a:lstStyle/>
        <a:p>
          <a:r>
            <a:rPr lang="en-US"/>
            <a:t>Entertainment, Healthcare, Education, Shopping</a:t>
          </a:r>
        </a:p>
      </dgm:t>
    </dgm:pt>
    <dgm:pt modelId="{C4B8F065-933B-41AA-9CBE-93CE1E144E8C}" type="parTrans" cxnId="{6A2FCA42-E2D3-4F75-BB06-1D6C0076364D}">
      <dgm:prSet/>
      <dgm:spPr/>
      <dgm:t>
        <a:bodyPr/>
        <a:lstStyle/>
        <a:p>
          <a:endParaRPr lang="en-US"/>
        </a:p>
      </dgm:t>
    </dgm:pt>
    <dgm:pt modelId="{817DCA5E-DC4E-488B-BA1C-784A618BE0DC}" type="sibTrans" cxnId="{6A2FCA42-E2D3-4F75-BB06-1D6C0076364D}">
      <dgm:prSet/>
      <dgm:spPr/>
      <dgm:t>
        <a:bodyPr/>
        <a:lstStyle/>
        <a:p>
          <a:endParaRPr lang="en-US"/>
        </a:p>
      </dgm:t>
    </dgm:pt>
    <dgm:pt modelId="{00E856EE-0B7D-4B0A-A80B-E813FD31C76A}">
      <dgm:prSet/>
      <dgm:spPr/>
      <dgm:t>
        <a:bodyPr/>
        <a:lstStyle/>
        <a:p>
          <a:r>
            <a:rPr lang="en-US"/>
            <a:t>Travel, Insurance, Loan Repayment, Miscellaneous</a:t>
          </a:r>
        </a:p>
      </dgm:t>
    </dgm:pt>
    <dgm:pt modelId="{A725DB4F-03E0-4721-A210-ECB9C5C3B74A}" type="parTrans" cxnId="{46C0E99E-ABF9-4A5A-897B-53398E69EBBD}">
      <dgm:prSet/>
      <dgm:spPr/>
      <dgm:t>
        <a:bodyPr/>
        <a:lstStyle/>
        <a:p>
          <a:endParaRPr lang="en-US"/>
        </a:p>
      </dgm:t>
    </dgm:pt>
    <dgm:pt modelId="{29A94B2A-2DA0-4A95-802C-4AF66185DDA3}" type="sibTrans" cxnId="{46C0E99E-ABF9-4A5A-897B-53398E69EBBD}">
      <dgm:prSet/>
      <dgm:spPr/>
      <dgm:t>
        <a:bodyPr/>
        <a:lstStyle/>
        <a:p>
          <a:endParaRPr lang="en-US"/>
        </a:p>
      </dgm:t>
    </dgm:pt>
    <dgm:pt modelId="{69F1EC7A-51AD-410F-9AF8-D290DBF8C3BA}" type="pres">
      <dgm:prSet presAssocID="{E33053A3-CF2C-4DC2-ACDF-AD8F0B033551}" presName="Name0" presStyleCnt="0">
        <dgm:presLayoutVars>
          <dgm:dir/>
          <dgm:resizeHandles val="exact"/>
        </dgm:presLayoutVars>
      </dgm:prSet>
      <dgm:spPr/>
    </dgm:pt>
    <dgm:pt modelId="{A9769ECF-DAE7-47CD-8F51-7DF4AEE4924D}" type="pres">
      <dgm:prSet presAssocID="{7FB6E706-1CAA-4408-B189-4D3522E25430}" presName="node" presStyleLbl="node1" presStyleIdx="0" presStyleCnt="11">
        <dgm:presLayoutVars>
          <dgm:bulletEnabled val="1"/>
        </dgm:presLayoutVars>
      </dgm:prSet>
      <dgm:spPr/>
    </dgm:pt>
    <dgm:pt modelId="{745BDE42-8D88-4FA1-B538-DAAF7FC2B143}" type="pres">
      <dgm:prSet presAssocID="{160B5B57-5E91-45A2-BA7A-8B2CB7E6F854}" presName="sibTrans" presStyleLbl="sibTrans1D1" presStyleIdx="0" presStyleCnt="10"/>
      <dgm:spPr/>
    </dgm:pt>
    <dgm:pt modelId="{282EBBC8-2337-404D-A71E-365632D5C176}" type="pres">
      <dgm:prSet presAssocID="{160B5B57-5E91-45A2-BA7A-8B2CB7E6F854}" presName="connectorText" presStyleLbl="sibTrans1D1" presStyleIdx="0" presStyleCnt="10"/>
      <dgm:spPr/>
    </dgm:pt>
    <dgm:pt modelId="{2B915BC1-B438-42CB-B543-62A58FF8F094}" type="pres">
      <dgm:prSet presAssocID="{CD22877F-90AC-4C9D-B16E-7C0EE3C5F261}" presName="node" presStyleLbl="node1" presStyleIdx="1" presStyleCnt="11">
        <dgm:presLayoutVars>
          <dgm:bulletEnabled val="1"/>
        </dgm:presLayoutVars>
      </dgm:prSet>
      <dgm:spPr/>
    </dgm:pt>
    <dgm:pt modelId="{3ECCD94E-C15F-4253-BAEE-35FA2AABFB56}" type="pres">
      <dgm:prSet presAssocID="{86835330-DDCD-4F5A-8293-A3E91171E903}" presName="sibTrans" presStyleLbl="sibTrans1D1" presStyleIdx="1" presStyleCnt="10"/>
      <dgm:spPr/>
    </dgm:pt>
    <dgm:pt modelId="{7FC11A74-DEF1-41C2-8EE4-CC6D2AB2255E}" type="pres">
      <dgm:prSet presAssocID="{86835330-DDCD-4F5A-8293-A3E91171E903}" presName="connectorText" presStyleLbl="sibTrans1D1" presStyleIdx="1" presStyleCnt="10"/>
      <dgm:spPr/>
    </dgm:pt>
    <dgm:pt modelId="{133CF721-1B5B-4896-B6B0-D044793120E8}" type="pres">
      <dgm:prSet presAssocID="{4BDC227A-2DDB-495F-B9C8-FF4DE7DE5D20}" presName="node" presStyleLbl="node1" presStyleIdx="2" presStyleCnt="11">
        <dgm:presLayoutVars>
          <dgm:bulletEnabled val="1"/>
        </dgm:presLayoutVars>
      </dgm:prSet>
      <dgm:spPr/>
    </dgm:pt>
    <dgm:pt modelId="{7A9766F5-7D5E-4D77-9C40-92E13D85FC39}" type="pres">
      <dgm:prSet presAssocID="{1C6677AB-812B-43B3-928C-05CFFA73EF05}" presName="sibTrans" presStyleLbl="sibTrans1D1" presStyleIdx="2" presStyleCnt="10"/>
      <dgm:spPr/>
    </dgm:pt>
    <dgm:pt modelId="{13E9F1C2-E49A-4034-A1F2-ECC2F2A97BDC}" type="pres">
      <dgm:prSet presAssocID="{1C6677AB-812B-43B3-928C-05CFFA73EF05}" presName="connectorText" presStyleLbl="sibTrans1D1" presStyleIdx="2" presStyleCnt="10"/>
      <dgm:spPr/>
    </dgm:pt>
    <dgm:pt modelId="{7ECB4E58-8452-4EEA-83B2-344DCD2F7E41}" type="pres">
      <dgm:prSet presAssocID="{5761FBD1-693E-43B0-AC02-5A84734EE2AE}" presName="node" presStyleLbl="node1" presStyleIdx="3" presStyleCnt="11">
        <dgm:presLayoutVars>
          <dgm:bulletEnabled val="1"/>
        </dgm:presLayoutVars>
      </dgm:prSet>
      <dgm:spPr/>
    </dgm:pt>
    <dgm:pt modelId="{08966FA2-15A2-41D3-9916-00CF0FFCAC69}" type="pres">
      <dgm:prSet presAssocID="{7B0EC803-9661-445F-97BF-19510A787F13}" presName="sibTrans" presStyleLbl="sibTrans1D1" presStyleIdx="3" presStyleCnt="10"/>
      <dgm:spPr/>
    </dgm:pt>
    <dgm:pt modelId="{CBA79372-EBAC-42F2-AB71-34746E423E28}" type="pres">
      <dgm:prSet presAssocID="{7B0EC803-9661-445F-97BF-19510A787F13}" presName="connectorText" presStyleLbl="sibTrans1D1" presStyleIdx="3" presStyleCnt="10"/>
      <dgm:spPr/>
    </dgm:pt>
    <dgm:pt modelId="{B27ABE9C-4E2B-4AE1-A10B-46389FD9290C}" type="pres">
      <dgm:prSet presAssocID="{9ECFA56F-74B2-4936-9C3F-934CE3069809}" presName="node" presStyleLbl="node1" presStyleIdx="4" presStyleCnt="11">
        <dgm:presLayoutVars>
          <dgm:bulletEnabled val="1"/>
        </dgm:presLayoutVars>
      </dgm:prSet>
      <dgm:spPr/>
    </dgm:pt>
    <dgm:pt modelId="{EF3FC0D4-1A70-46BF-A641-4DFBC0662C60}" type="pres">
      <dgm:prSet presAssocID="{8055BE52-C573-433B-AEB6-D316FF4E25EA}" presName="sibTrans" presStyleLbl="sibTrans1D1" presStyleIdx="4" presStyleCnt="10"/>
      <dgm:spPr/>
    </dgm:pt>
    <dgm:pt modelId="{DED2ED23-F299-464E-8615-8143568C5335}" type="pres">
      <dgm:prSet presAssocID="{8055BE52-C573-433B-AEB6-D316FF4E25EA}" presName="connectorText" presStyleLbl="sibTrans1D1" presStyleIdx="4" presStyleCnt="10"/>
      <dgm:spPr/>
    </dgm:pt>
    <dgm:pt modelId="{A4254798-21DA-4596-8D3F-911C5C6695B7}" type="pres">
      <dgm:prSet presAssocID="{B7397E32-F7D9-4238-9DA8-1BF71073DBE1}" presName="node" presStyleLbl="node1" presStyleIdx="5" presStyleCnt="11">
        <dgm:presLayoutVars>
          <dgm:bulletEnabled val="1"/>
        </dgm:presLayoutVars>
      </dgm:prSet>
      <dgm:spPr/>
    </dgm:pt>
    <dgm:pt modelId="{B76DC827-BD00-43D0-BE7A-57915043DEF6}" type="pres">
      <dgm:prSet presAssocID="{16CD4361-4B9C-4612-A4E7-89A3DB72A458}" presName="sibTrans" presStyleLbl="sibTrans1D1" presStyleIdx="5" presStyleCnt="10"/>
      <dgm:spPr/>
    </dgm:pt>
    <dgm:pt modelId="{C2511AD1-9B63-435D-A08B-622DAE995A57}" type="pres">
      <dgm:prSet presAssocID="{16CD4361-4B9C-4612-A4E7-89A3DB72A458}" presName="connectorText" presStyleLbl="sibTrans1D1" presStyleIdx="5" presStyleCnt="10"/>
      <dgm:spPr/>
    </dgm:pt>
    <dgm:pt modelId="{A18416E4-7988-4818-8494-E43C62AC5F17}" type="pres">
      <dgm:prSet presAssocID="{9EC3EFF0-0E07-417D-AA8B-B226589F1C22}" presName="node" presStyleLbl="node1" presStyleIdx="6" presStyleCnt="11">
        <dgm:presLayoutVars>
          <dgm:bulletEnabled val="1"/>
        </dgm:presLayoutVars>
      </dgm:prSet>
      <dgm:spPr/>
    </dgm:pt>
    <dgm:pt modelId="{7B14502A-3D55-4A5C-90A7-61AD5B175A5C}" type="pres">
      <dgm:prSet presAssocID="{4A111673-D871-455C-A636-A39EE1796217}" presName="sibTrans" presStyleLbl="sibTrans1D1" presStyleIdx="6" presStyleCnt="10"/>
      <dgm:spPr/>
    </dgm:pt>
    <dgm:pt modelId="{4CF1BC78-B235-4BC1-B518-8A2331492E46}" type="pres">
      <dgm:prSet presAssocID="{4A111673-D871-455C-A636-A39EE1796217}" presName="connectorText" presStyleLbl="sibTrans1D1" presStyleIdx="6" presStyleCnt="10"/>
      <dgm:spPr/>
    </dgm:pt>
    <dgm:pt modelId="{587DC3CF-C9FB-49E3-938F-8B1364509694}" type="pres">
      <dgm:prSet presAssocID="{256371D6-77FF-4070-849D-E0A9567982AD}" presName="node" presStyleLbl="node1" presStyleIdx="7" presStyleCnt="11">
        <dgm:presLayoutVars>
          <dgm:bulletEnabled val="1"/>
        </dgm:presLayoutVars>
      </dgm:prSet>
      <dgm:spPr/>
    </dgm:pt>
    <dgm:pt modelId="{CA7C6EB3-DADF-4C37-978B-21F56FB237FB}" type="pres">
      <dgm:prSet presAssocID="{E2E4628E-9F3A-45D0-9C31-EA6E32A6D131}" presName="sibTrans" presStyleLbl="sibTrans1D1" presStyleIdx="7" presStyleCnt="10"/>
      <dgm:spPr/>
    </dgm:pt>
    <dgm:pt modelId="{B6AD7A00-1CE0-4DF2-875B-9B618AFAA5D2}" type="pres">
      <dgm:prSet presAssocID="{E2E4628E-9F3A-45D0-9C31-EA6E32A6D131}" presName="connectorText" presStyleLbl="sibTrans1D1" presStyleIdx="7" presStyleCnt="10"/>
      <dgm:spPr/>
    </dgm:pt>
    <dgm:pt modelId="{F4C8A034-590D-4030-B911-942765F46607}" type="pres">
      <dgm:prSet presAssocID="{244DC9C6-5616-4F2F-B22C-B653977DDF02}" presName="node" presStyleLbl="node1" presStyleIdx="8" presStyleCnt="11">
        <dgm:presLayoutVars>
          <dgm:bulletEnabled val="1"/>
        </dgm:presLayoutVars>
      </dgm:prSet>
      <dgm:spPr/>
    </dgm:pt>
    <dgm:pt modelId="{21CC0981-2819-4831-B478-64188CD824E8}" type="pres">
      <dgm:prSet presAssocID="{81024110-650C-419D-80F7-5F1B4BD7483B}" presName="sibTrans" presStyleLbl="sibTrans1D1" presStyleIdx="8" presStyleCnt="10"/>
      <dgm:spPr/>
    </dgm:pt>
    <dgm:pt modelId="{1F1CD9F0-C4B3-487D-BC6A-C16FF8E3E3E1}" type="pres">
      <dgm:prSet presAssocID="{81024110-650C-419D-80F7-5F1B4BD7483B}" presName="connectorText" presStyleLbl="sibTrans1D1" presStyleIdx="8" presStyleCnt="10"/>
      <dgm:spPr/>
    </dgm:pt>
    <dgm:pt modelId="{37CD4BA0-3CD8-4006-A2A8-0D572D4F1194}" type="pres">
      <dgm:prSet presAssocID="{4D54089D-99BF-4A72-B489-3C997AD9FD03}" presName="node" presStyleLbl="node1" presStyleIdx="9" presStyleCnt="11">
        <dgm:presLayoutVars>
          <dgm:bulletEnabled val="1"/>
        </dgm:presLayoutVars>
      </dgm:prSet>
      <dgm:spPr/>
    </dgm:pt>
    <dgm:pt modelId="{5322C076-F8B6-4F41-883B-FBEE38FC516B}" type="pres">
      <dgm:prSet presAssocID="{817DCA5E-DC4E-488B-BA1C-784A618BE0DC}" presName="sibTrans" presStyleLbl="sibTrans1D1" presStyleIdx="9" presStyleCnt="10"/>
      <dgm:spPr/>
    </dgm:pt>
    <dgm:pt modelId="{3AB509E6-8ED6-44F0-9CEF-E4C209A6D31D}" type="pres">
      <dgm:prSet presAssocID="{817DCA5E-DC4E-488B-BA1C-784A618BE0DC}" presName="connectorText" presStyleLbl="sibTrans1D1" presStyleIdx="9" presStyleCnt="10"/>
      <dgm:spPr/>
    </dgm:pt>
    <dgm:pt modelId="{91FCB60A-39BF-409C-A50E-CCE2F078F61E}" type="pres">
      <dgm:prSet presAssocID="{00E856EE-0B7D-4B0A-A80B-E813FD31C76A}" presName="node" presStyleLbl="node1" presStyleIdx="10" presStyleCnt="11">
        <dgm:presLayoutVars>
          <dgm:bulletEnabled val="1"/>
        </dgm:presLayoutVars>
      </dgm:prSet>
      <dgm:spPr/>
    </dgm:pt>
  </dgm:ptLst>
  <dgm:cxnLst>
    <dgm:cxn modelId="{83C77F0E-91FE-4E0C-B4DB-C7B37AAA6961}" type="presOf" srcId="{81024110-650C-419D-80F7-5F1B4BD7483B}" destId="{21CC0981-2819-4831-B478-64188CD824E8}" srcOrd="0" destOrd="0" presId="urn:microsoft.com/office/officeart/2016/7/layout/RepeatingBendingProcessNew"/>
    <dgm:cxn modelId="{33223710-7181-4690-9B97-B6B957B5381E}" type="presOf" srcId="{E2E4628E-9F3A-45D0-9C31-EA6E32A6D131}" destId="{B6AD7A00-1CE0-4DF2-875B-9B618AFAA5D2}" srcOrd="1" destOrd="0" presId="urn:microsoft.com/office/officeart/2016/7/layout/RepeatingBendingProcessNew"/>
    <dgm:cxn modelId="{F4B16717-BA40-4A75-9884-B7E743ADAA46}" type="presOf" srcId="{7B0EC803-9661-445F-97BF-19510A787F13}" destId="{08966FA2-15A2-41D3-9916-00CF0FFCAC69}" srcOrd="0" destOrd="0" presId="urn:microsoft.com/office/officeart/2016/7/layout/RepeatingBendingProcessNew"/>
    <dgm:cxn modelId="{55164C1A-55B4-405C-9479-BA8607473B13}" type="presOf" srcId="{4BDC227A-2DDB-495F-B9C8-FF4DE7DE5D20}" destId="{133CF721-1B5B-4896-B6B0-D044793120E8}" srcOrd="0" destOrd="0" presId="urn:microsoft.com/office/officeart/2016/7/layout/RepeatingBendingProcessNew"/>
    <dgm:cxn modelId="{31DF531C-5615-4894-89D6-51817D65C7DD}" type="presOf" srcId="{160B5B57-5E91-45A2-BA7A-8B2CB7E6F854}" destId="{745BDE42-8D88-4FA1-B538-DAAF7FC2B143}" srcOrd="0" destOrd="0" presId="urn:microsoft.com/office/officeart/2016/7/layout/RepeatingBendingProcessNew"/>
    <dgm:cxn modelId="{A6EFE020-7349-4DDB-9905-0854195599AC}" type="presOf" srcId="{9ECFA56F-74B2-4936-9C3F-934CE3069809}" destId="{B27ABE9C-4E2B-4AE1-A10B-46389FD9290C}" srcOrd="0" destOrd="0" presId="urn:microsoft.com/office/officeart/2016/7/layout/RepeatingBendingProcessNew"/>
    <dgm:cxn modelId="{0BF5DF24-493E-44E4-82BB-6FC9B31D8FF8}" type="presOf" srcId="{7B0EC803-9661-445F-97BF-19510A787F13}" destId="{CBA79372-EBAC-42F2-AB71-34746E423E28}" srcOrd="1" destOrd="0" presId="urn:microsoft.com/office/officeart/2016/7/layout/RepeatingBendingProcessNew"/>
    <dgm:cxn modelId="{D74E2937-A1C4-4CF1-B119-84B49FAF3711}" type="presOf" srcId="{9EC3EFF0-0E07-417D-AA8B-B226589F1C22}" destId="{A18416E4-7988-4818-8494-E43C62AC5F17}" srcOrd="0" destOrd="0" presId="urn:microsoft.com/office/officeart/2016/7/layout/RepeatingBendingProcessNew"/>
    <dgm:cxn modelId="{5C17F13B-938B-4EA0-A50E-94BCC4647662}" type="presOf" srcId="{8055BE52-C573-433B-AEB6-D316FF4E25EA}" destId="{DED2ED23-F299-464E-8615-8143568C5335}" srcOrd="1" destOrd="0" presId="urn:microsoft.com/office/officeart/2016/7/layout/RepeatingBendingProcessNew"/>
    <dgm:cxn modelId="{97CB1160-2F12-42E2-83DA-731BC76CA088}" type="presOf" srcId="{E33053A3-CF2C-4DC2-ACDF-AD8F0B033551}" destId="{69F1EC7A-51AD-410F-9AF8-D290DBF8C3BA}" srcOrd="0" destOrd="0" presId="urn:microsoft.com/office/officeart/2016/7/layout/RepeatingBendingProcessNew"/>
    <dgm:cxn modelId="{6A2FCA42-E2D3-4F75-BB06-1D6C0076364D}" srcId="{E33053A3-CF2C-4DC2-ACDF-AD8F0B033551}" destId="{4D54089D-99BF-4A72-B489-3C997AD9FD03}" srcOrd="9" destOrd="0" parTransId="{C4B8F065-933B-41AA-9CBE-93CE1E144E8C}" sibTransId="{817DCA5E-DC4E-488B-BA1C-784A618BE0DC}"/>
    <dgm:cxn modelId="{325B6666-105B-4FE8-9412-D7D1FDB54263}" type="presOf" srcId="{5761FBD1-693E-43B0-AC02-5A84734EE2AE}" destId="{7ECB4E58-8452-4EEA-83B2-344DCD2F7E41}" srcOrd="0" destOrd="0" presId="urn:microsoft.com/office/officeart/2016/7/layout/RepeatingBendingProcessNew"/>
    <dgm:cxn modelId="{1460E448-88BA-450D-92B2-F984BAAC88E2}" srcId="{E33053A3-CF2C-4DC2-ACDF-AD8F0B033551}" destId="{244DC9C6-5616-4F2F-B22C-B653977DDF02}" srcOrd="8" destOrd="0" parTransId="{138DB41D-8AA9-4773-B9F5-45EA1863B127}" sibTransId="{81024110-650C-419D-80F7-5F1B4BD7483B}"/>
    <dgm:cxn modelId="{A285F968-18C3-4B82-9125-53653BE4942B}" type="presOf" srcId="{1C6677AB-812B-43B3-928C-05CFFA73EF05}" destId="{13E9F1C2-E49A-4034-A1F2-ECC2F2A97BDC}" srcOrd="1" destOrd="0" presId="urn:microsoft.com/office/officeart/2016/7/layout/RepeatingBendingProcessNew"/>
    <dgm:cxn modelId="{5810BE4C-E416-4642-B034-DF702F4A6683}" type="presOf" srcId="{8055BE52-C573-433B-AEB6-D316FF4E25EA}" destId="{EF3FC0D4-1A70-46BF-A641-4DFBC0662C60}" srcOrd="0" destOrd="0" presId="urn:microsoft.com/office/officeart/2016/7/layout/RepeatingBendingProcessNew"/>
    <dgm:cxn modelId="{5432DB6C-00CB-4AE9-B3BB-2258CE7F9D94}" srcId="{E33053A3-CF2C-4DC2-ACDF-AD8F0B033551}" destId="{5761FBD1-693E-43B0-AC02-5A84734EE2AE}" srcOrd="3" destOrd="0" parTransId="{FAE5AFF5-AF65-4CC1-B4D8-945270F33F4A}" sibTransId="{7B0EC803-9661-445F-97BF-19510A787F13}"/>
    <dgm:cxn modelId="{8414A86D-69A2-4E06-BD74-FAB7E598CC30}" type="presOf" srcId="{CD22877F-90AC-4C9D-B16E-7C0EE3C5F261}" destId="{2B915BC1-B438-42CB-B543-62A58FF8F094}" srcOrd="0" destOrd="0" presId="urn:microsoft.com/office/officeart/2016/7/layout/RepeatingBendingProcessNew"/>
    <dgm:cxn modelId="{79D66C50-8020-42E5-9294-C2ADFB6670EE}" type="presOf" srcId="{B7397E32-F7D9-4238-9DA8-1BF71073DBE1}" destId="{A4254798-21DA-4596-8D3F-911C5C6695B7}" srcOrd="0" destOrd="0" presId="urn:microsoft.com/office/officeart/2016/7/layout/RepeatingBendingProcessNew"/>
    <dgm:cxn modelId="{3358BD52-EFC5-4971-B7FD-923301B46353}" srcId="{E33053A3-CF2C-4DC2-ACDF-AD8F0B033551}" destId="{B7397E32-F7D9-4238-9DA8-1BF71073DBE1}" srcOrd="5" destOrd="0" parTransId="{DFD88D01-9DCD-4F82-8C32-4A7A6271A3AC}" sibTransId="{16CD4361-4B9C-4612-A4E7-89A3DB72A458}"/>
    <dgm:cxn modelId="{20FCD675-DFA3-4ABD-879A-C320184A15ED}" type="presOf" srcId="{817DCA5E-DC4E-488B-BA1C-784A618BE0DC}" destId="{3AB509E6-8ED6-44F0-9CEF-E4C209A6D31D}" srcOrd="1" destOrd="0" presId="urn:microsoft.com/office/officeart/2016/7/layout/RepeatingBendingProcessNew"/>
    <dgm:cxn modelId="{41F14656-F557-4B3A-A3F0-265263BFB636}" type="presOf" srcId="{160B5B57-5E91-45A2-BA7A-8B2CB7E6F854}" destId="{282EBBC8-2337-404D-A71E-365632D5C176}" srcOrd="1" destOrd="0" presId="urn:microsoft.com/office/officeart/2016/7/layout/RepeatingBendingProcessNew"/>
    <dgm:cxn modelId="{7A3FEF77-C7D1-4C8E-B50A-632A8835BFF8}" type="presOf" srcId="{4A111673-D871-455C-A636-A39EE1796217}" destId="{4CF1BC78-B235-4BC1-B518-8A2331492E46}" srcOrd="1" destOrd="0" presId="urn:microsoft.com/office/officeart/2016/7/layout/RepeatingBendingProcessNew"/>
    <dgm:cxn modelId="{630CBB79-C4DF-4386-A165-E61A3A812FD0}" type="presOf" srcId="{817DCA5E-DC4E-488B-BA1C-784A618BE0DC}" destId="{5322C076-F8B6-4F41-883B-FBEE38FC516B}" srcOrd="0" destOrd="0" presId="urn:microsoft.com/office/officeart/2016/7/layout/RepeatingBendingProcessNew"/>
    <dgm:cxn modelId="{0921167C-3214-413A-83DD-82F515196F4D}" type="presOf" srcId="{00E856EE-0B7D-4B0A-A80B-E813FD31C76A}" destId="{91FCB60A-39BF-409C-A50E-CCE2F078F61E}" srcOrd="0" destOrd="0" presId="urn:microsoft.com/office/officeart/2016/7/layout/RepeatingBendingProcessNew"/>
    <dgm:cxn modelId="{69898584-87A3-47C2-A3E9-A82B1808ED96}" type="presOf" srcId="{4D54089D-99BF-4A72-B489-3C997AD9FD03}" destId="{37CD4BA0-3CD8-4006-A2A8-0D572D4F1194}" srcOrd="0" destOrd="0" presId="urn:microsoft.com/office/officeart/2016/7/layout/RepeatingBendingProcessNew"/>
    <dgm:cxn modelId="{C5AD0E8F-CAA5-48F0-BD1D-EB273BA3583D}" srcId="{E33053A3-CF2C-4DC2-ACDF-AD8F0B033551}" destId="{9EC3EFF0-0E07-417D-AA8B-B226589F1C22}" srcOrd="6" destOrd="0" parTransId="{57DFA85E-A2AF-43F2-B084-3EF0988531CD}" sibTransId="{4A111673-D871-455C-A636-A39EE1796217}"/>
    <dgm:cxn modelId="{45658B90-C431-406F-9592-2272B26ECF00}" type="presOf" srcId="{86835330-DDCD-4F5A-8293-A3E91171E903}" destId="{7FC11A74-DEF1-41C2-8EE4-CC6D2AB2255E}" srcOrd="1" destOrd="0" presId="urn:microsoft.com/office/officeart/2016/7/layout/RepeatingBendingProcessNew"/>
    <dgm:cxn modelId="{57BBF991-F309-4B2E-BF1F-C98F37237294}" srcId="{E33053A3-CF2C-4DC2-ACDF-AD8F0B033551}" destId="{256371D6-77FF-4070-849D-E0A9567982AD}" srcOrd="7" destOrd="0" parTransId="{C6C00B9D-6A34-4850-99E2-FB3A165C7301}" sibTransId="{E2E4628E-9F3A-45D0-9C31-EA6E32A6D131}"/>
    <dgm:cxn modelId="{901CB692-0D8A-4FD1-BE7A-611C16580BA3}" srcId="{E33053A3-CF2C-4DC2-ACDF-AD8F0B033551}" destId="{CD22877F-90AC-4C9D-B16E-7C0EE3C5F261}" srcOrd="1" destOrd="0" parTransId="{41B65642-DAD0-4D25-A91D-5D16BAD6B896}" sibTransId="{86835330-DDCD-4F5A-8293-A3E91171E903}"/>
    <dgm:cxn modelId="{46C0E99E-ABF9-4A5A-897B-53398E69EBBD}" srcId="{E33053A3-CF2C-4DC2-ACDF-AD8F0B033551}" destId="{00E856EE-0B7D-4B0A-A80B-E813FD31C76A}" srcOrd="10" destOrd="0" parTransId="{A725DB4F-03E0-4721-A210-ECB9C5C3B74A}" sibTransId="{29A94B2A-2DA0-4A95-802C-4AF66185DDA3}"/>
    <dgm:cxn modelId="{49CA6BB7-3F2E-4BB5-9E66-75893E07B180}" type="presOf" srcId="{244DC9C6-5616-4F2F-B22C-B653977DDF02}" destId="{F4C8A034-590D-4030-B911-942765F46607}" srcOrd="0" destOrd="0" presId="urn:microsoft.com/office/officeart/2016/7/layout/RepeatingBendingProcessNew"/>
    <dgm:cxn modelId="{F1DA18BF-B5A2-4370-8938-A82F449BF3DC}" type="presOf" srcId="{16CD4361-4B9C-4612-A4E7-89A3DB72A458}" destId="{B76DC827-BD00-43D0-BE7A-57915043DEF6}" srcOrd="0" destOrd="0" presId="urn:microsoft.com/office/officeart/2016/7/layout/RepeatingBendingProcessNew"/>
    <dgm:cxn modelId="{18CC85C3-7707-46F1-8C24-3B4060C94B4F}" type="presOf" srcId="{1C6677AB-812B-43B3-928C-05CFFA73EF05}" destId="{7A9766F5-7D5E-4D77-9C40-92E13D85FC39}" srcOrd="0" destOrd="0" presId="urn:microsoft.com/office/officeart/2016/7/layout/RepeatingBendingProcessNew"/>
    <dgm:cxn modelId="{1DFCA8C8-1600-4152-BC8A-C3DDA44B5231}" srcId="{E33053A3-CF2C-4DC2-ACDF-AD8F0B033551}" destId="{4BDC227A-2DDB-495F-B9C8-FF4DE7DE5D20}" srcOrd="2" destOrd="0" parTransId="{2A9B0D01-7467-412B-B44F-C81C33E0EC29}" sibTransId="{1C6677AB-812B-43B3-928C-05CFFA73EF05}"/>
    <dgm:cxn modelId="{3625A5CC-3DD5-4881-AE40-DDFD033F1ED8}" type="presOf" srcId="{7FB6E706-1CAA-4408-B189-4D3522E25430}" destId="{A9769ECF-DAE7-47CD-8F51-7DF4AEE4924D}" srcOrd="0" destOrd="0" presId="urn:microsoft.com/office/officeart/2016/7/layout/RepeatingBendingProcessNew"/>
    <dgm:cxn modelId="{249F8BCE-72D8-40A7-A295-EB78E3AEEF1B}" type="presOf" srcId="{256371D6-77FF-4070-849D-E0A9567982AD}" destId="{587DC3CF-C9FB-49E3-938F-8B1364509694}" srcOrd="0" destOrd="0" presId="urn:microsoft.com/office/officeart/2016/7/layout/RepeatingBendingProcessNew"/>
    <dgm:cxn modelId="{47C345CF-5407-45B5-A4C9-0D0EA35E2B1B}" type="presOf" srcId="{4A111673-D871-455C-A636-A39EE1796217}" destId="{7B14502A-3D55-4A5C-90A7-61AD5B175A5C}" srcOrd="0" destOrd="0" presId="urn:microsoft.com/office/officeart/2016/7/layout/RepeatingBendingProcessNew"/>
    <dgm:cxn modelId="{4B53A0CF-EFBD-4E87-AECB-E826D4B739DD}" srcId="{E33053A3-CF2C-4DC2-ACDF-AD8F0B033551}" destId="{7FB6E706-1CAA-4408-B189-4D3522E25430}" srcOrd="0" destOrd="0" parTransId="{354E6AC6-F497-471B-9965-C2263FD0E4EF}" sibTransId="{160B5B57-5E91-45A2-BA7A-8B2CB7E6F854}"/>
    <dgm:cxn modelId="{E535A9D2-0DD1-45A6-85F6-1F592A1DBF76}" srcId="{E33053A3-CF2C-4DC2-ACDF-AD8F0B033551}" destId="{9ECFA56F-74B2-4936-9C3F-934CE3069809}" srcOrd="4" destOrd="0" parTransId="{FFC6E55D-31DF-4FCD-8A9D-4DBA857B7864}" sibTransId="{8055BE52-C573-433B-AEB6-D316FF4E25EA}"/>
    <dgm:cxn modelId="{699822D7-752B-43CE-98A5-FF3B0CADAE13}" type="presOf" srcId="{16CD4361-4B9C-4612-A4E7-89A3DB72A458}" destId="{C2511AD1-9B63-435D-A08B-622DAE995A57}" srcOrd="1" destOrd="0" presId="urn:microsoft.com/office/officeart/2016/7/layout/RepeatingBendingProcessNew"/>
    <dgm:cxn modelId="{A82058E5-FFEC-4548-B982-1A1D28D62A40}" type="presOf" srcId="{86835330-DDCD-4F5A-8293-A3E91171E903}" destId="{3ECCD94E-C15F-4253-BAEE-35FA2AABFB56}" srcOrd="0" destOrd="0" presId="urn:microsoft.com/office/officeart/2016/7/layout/RepeatingBendingProcessNew"/>
    <dgm:cxn modelId="{AADB2BF9-C210-4F10-9E3C-FC929EB1B1F2}" type="presOf" srcId="{E2E4628E-9F3A-45D0-9C31-EA6E32A6D131}" destId="{CA7C6EB3-DADF-4C37-978B-21F56FB237FB}" srcOrd="0" destOrd="0" presId="urn:microsoft.com/office/officeart/2016/7/layout/RepeatingBendingProcessNew"/>
    <dgm:cxn modelId="{729505FA-344A-4208-8437-00C8E155EF7B}" type="presOf" srcId="{81024110-650C-419D-80F7-5F1B4BD7483B}" destId="{1F1CD9F0-C4B3-487D-BC6A-C16FF8E3E3E1}" srcOrd="1" destOrd="0" presId="urn:microsoft.com/office/officeart/2016/7/layout/RepeatingBendingProcessNew"/>
    <dgm:cxn modelId="{1E10EDD8-5FE2-4D02-A0F5-C951CC45F0FC}" type="presParOf" srcId="{69F1EC7A-51AD-410F-9AF8-D290DBF8C3BA}" destId="{A9769ECF-DAE7-47CD-8F51-7DF4AEE4924D}" srcOrd="0" destOrd="0" presId="urn:microsoft.com/office/officeart/2016/7/layout/RepeatingBendingProcessNew"/>
    <dgm:cxn modelId="{7058D9AA-DC34-405B-A35D-783A148F60E3}" type="presParOf" srcId="{69F1EC7A-51AD-410F-9AF8-D290DBF8C3BA}" destId="{745BDE42-8D88-4FA1-B538-DAAF7FC2B143}" srcOrd="1" destOrd="0" presId="urn:microsoft.com/office/officeart/2016/7/layout/RepeatingBendingProcessNew"/>
    <dgm:cxn modelId="{5333EBAF-FE21-4009-8270-A81DC12D2A75}" type="presParOf" srcId="{745BDE42-8D88-4FA1-B538-DAAF7FC2B143}" destId="{282EBBC8-2337-404D-A71E-365632D5C176}" srcOrd="0" destOrd="0" presId="urn:microsoft.com/office/officeart/2016/7/layout/RepeatingBendingProcessNew"/>
    <dgm:cxn modelId="{93182D43-FAFD-4C49-A8BE-D53375546C5D}" type="presParOf" srcId="{69F1EC7A-51AD-410F-9AF8-D290DBF8C3BA}" destId="{2B915BC1-B438-42CB-B543-62A58FF8F094}" srcOrd="2" destOrd="0" presId="urn:microsoft.com/office/officeart/2016/7/layout/RepeatingBendingProcessNew"/>
    <dgm:cxn modelId="{E4BB19A6-5D8A-46D1-94B2-8399790BDF16}" type="presParOf" srcId="{69F1EC7A-51AD-410F-9AF8-D290DBF8C3BA}" destId="{3ECCD94E-C15F-4253-BAEE-35FA2AABFB56}" srcOrd="3" destOrd="0" presId="urn:microsoft.com/office/officeart/2016/7/layout/RepeatingBendingProcessNew"/>
    <dgm:cxn modelId="{5722F31B-993D-4051-9FD8-70B1BF6D971B}" type="presParOf" srcId="{3ECCD94E-C15F-4253-BAEE-35FA2AABFB56}" destId="{7FC11A74-DEF1-41C2-8EE4-CC6D2AB2255E}" srcOrd="0" destOrd="0" presId="urn:microsoft.com/office/officeart/2016/7/layout/RepeatingBendingProcessNew"/>
    <dgm:cxn modelId="{6550938D-05FF-4C7F-86BF-CADBC3A2CFE3}" type="presParOf" srcId="{69F1EC7A-51AD-410F-9AF8-D290DBF8C3BA}" destId="{133CF721-1B5B-4896-B6B0-D044793120E8}" srcOrd="4" destOrd="0" presId="urn:microsoft.com/office/officeart/2016/7/layout/RepeatingBendingProcessNew"/>
    <dgm:cxn modelId="{88295F2D-5FD7-40E3-AFDE-02A4E018CF61}" type="presParOf" srcId="{69F1EC7A-51AD-410F-9AF8-D290DBF8C3BA}" destId="{7A9766F5-7D5E-4D77-9C40-92E13D85FC39}" srcOrd="5" destOrd="0" presId="urn:microsoft.com/office/officeart/2016/7/layout/RepeatingBendingProcessNew"/>
    <dgm:cxn modelId="{80647878-06A5-4FB2-851F-82D47E0E020C}" type="presParOf" srcId="{7A9766F5-7D5E-4D77-9C40-92E13D85FC39}" destId="{13E9F1C2-E49A-4034-A1F2-ECC2F2A97BDC}" srcOrd="0" destOrd="0" presId="urn:microsoft.com/office/officeart/2016/7/layout/RepeatingBendingProcessNew"/>
    <dgm:cxn modelId="{F8693927-57A9-482C-B11B-692A428D8B4C}" type="presParOf" srcId="{69F1EC7A-51AD-410F-9AF8-D290DBF8C3BA}" destId="{7ECB4E58-8452-4EEA-83B2-344DCD2F7E41}" srcOrd="6" destOrd="0" presId="urn:microsoft.com/office/officeart/2016/7/layout/RepeatingBendingProcessNew"/>
    <dgm:cxn modelId="{71AD0602-E70A-4240-9D6D-1504723DBB56}" type="presParOf" srcId="{69F1EC7A-51AD-410F-9AF8-D290DBF8C3BA}" destId="{08966FA2-15A2-41D3-9916-00CF0FFCAC69}" srcOrd="7" destOrd="0" presId="urn:microsoft.com/office/officeart/2016/7/layout/RepeatingBendingProcessNew"/>
    <dgm:cxn modelId="{C1AB79DF-5933-441D-918B-95933153AE5D}" type="presParOf" srcId="{08966FA2-15A2-41D3-9916-00CF0FFCAC69}" destId="{CBA79372-EBAC-42F2-AB71-34746E423E28}" srcOrd="0" destOrd="0" presId="urn:microsoft.com/office/officeart/2016/7/layout/RepeatingBendingProcessNew"/>
    <dgm:cxn modelId="{2D276F81-29E7-4EDE-9326-05A1D29786B2}" type="presParOf" srcId="{69F1EC7A-51AD-410F-9AF8-D290DBF8C3BA}" destId="{B27ABE9C-4E2B-4AE1-A10B-46389FD9290C}" srcOrd="8" destOrd="0" presId="urn:microsoft.com/office/officeart/2016/7/layout/RepeatingBendingProcessNew"/>
    <dgm:cxn modelId="{CE8348DA-B99B-40F1-B91E-AB4092DD5A5F}" type="presParOf" srcId="{69F1EC7A-51AD-410F-9AF8-D290DBF8C3BA}" destId="{EF3FC0D4-1A70-46BF-A641-4DFBC0662C60}" srcOrd="9" destOrd="0" presId="urn:microsoft.com/office/officeart/2016/7/layout/RepeatingBendingProcessNew"/>
    <dgm:cxn modelId="{7322A422-F4AE-412F-BE5D-A3D9058917A9}" type="presParOf" srcId="{EF3FC0D4-1A70-46BF-A641-4DFBC0662C60}" destId="{DED2ED23-F299-464E-8615-8143568C5335}" srcOrd="0" destOrd="0" presId="urn:microsoft.com/office/officeart/2016/7/layout/RepeatingBendingProcessNew"/>
    <dgm:cxn modelId="{5113D5D0-660A-4B42-91F0-359FCEF492F7}" type="presParOf" srcId="{69F1EC7A-51AD-410F-9AF8-D290DBF8C3BA}" destId="{A4254798-21DA-4596-8D3F-911C5C6695B7}" srcOrd="10" destOrd="0" presId="urn:microsoft.com/office/officeart/2016/7/layout/RepeatingBendingProcessNew"/>
    <dgm:cxn modelId="{B08C2C10-685E-459A-B764-C3420B9C99F1}" type="presParOf" srcId="{69F1EC7A-51AD-410F-9AF8-D290DBF8C3BA}" destId="{B76DC827-BD00-43D0-BE7A-57915043DEF6}" srcOrd="11" destOrd="0" presId="urn:microsoft.com/office/officeart/2016/7/layout/RepeatingBendingProcessNew"/>
    <dgm:cxn modelId="{9DB07B05-DC7B-4CB4-8AD9-0ABAC7002D02}" type="presParOf" srcId="{B76DC827-BD00-43D0-BE7A-57915043DEF6}" destId="{C2511AD1-9B63-435D-A08B-622DAE995A57}" srcOrd="0" destOrd="0" presId="urn:microsoft.com/office/officeart/2016/7/layout/RepeatingBendingProcessNew"/>
    <dgm:cxn modelId="{EA14322B-38CA-43FD-9BCA-4FCFC9997404}" type="presParOf" srcId="{69F1EC7A-51AD-410F-9AF8-D290DBF8C3BA}" destId="{A18416E4-7988-4818-8494-E43C62AC5F17}" srcOrd="12" destOrd="0" presId="urn:microsoft.com/office/officeart/2016/7/layout/RepeatingBendingProcessNew"/>
    <dgm:cxn modelId="{85D00260-30EA-4B5D-833C-B22C24E68157}" type="presParOf" srcId="{69F1EC7A-51AD-410F-9AF8-D290DBF8C3BA}" destId="{7B14502A-3D55-4A5C-90A7-61AD5B175A5C}" srcOrd="13" destOrd="0" presId="urn:microsoft.com/office/officeart/2016/7/layout/RepeatingBendingProcessNew"/>
    <dgm:cxn modelId="{2E39E263-7A8F-4C26-8B70-719B02076A17}" type="presParOf" srcId="{7B14502A-3D55-4A5C-90A7-61AD5B175A5C}" destId="{4CF1BC78-B235-4BC1-B518-8A2331492E46}" srcOrd="0" destOrd="0" presId="urn:microsoft.com/office/officeart/2016/7/layout/RepeatingBendingProcessNew"/>
    <dgm:cxn modelId="{81C473F2-3C8E-44E6-9561-81D79C0A3C72}" type="presParOf" srcId="{69F1EC7A-51AD-410F-9AF8-D290DBF8C3BA}" destId="{587DC3CF-C9FB-49E3-938F-8B1364509694}" srcOrd="14" destOrd="0" presId="urn:microsoft.com/office/officeart/2016/7/layout/RepeatingBendingProcessNew"/>
    <dgm:cxn modelId="{F961CAE4-9947-4968-8038-B21771DFC624}" type="presParOf" srcId="{69F1EC7A-51AD-410F-9AF8-D290DBF8C3BA}" destId="{CA7C6EB3-DADF-4C37-978B-21F56FB237FB}" srcOrd="15" destOrd="0" presId="urn:microsoft.com/office/officeart/2016/7/layout/RepeatingBendingProcessNew"/>
    <dgm:cxn modelId="{C2F311E3-B218-4419-B81A-459F4420BD9E}" type="presParOf" srcId="{CA7C6EB3-DADF-4C37-978B-21F56FB237FB}" destId="{B6AD7A00-1CE0-4DF2-875B-9B618AFAA5D2}" srcOrd="0" destOrd="0" presId="urn:microsoft.com/office/officeart/2016/7/layout/RepeatingBendingProcessNew"/>
    <dgm:cxn modelId="{1E87D79C-8979-4F2E-B5E4-ADD5F02D9AD3}" type="presParOf" srcId="{69F1EC7A-51AD-410F-9AF8-D290DBF8C3BA}" destId="{F4C8A034-590D-4030-B911-942765F46607}" srcOrd="16" destOrd="0" presId="urn:microsoft.com/office/officeart/2016/7/layout/RepeatingBendingProcessNew"/>
    <dgm:cxn modelId="{B9E9665B-029A-4907-B5D9-D334BA01E982}" type="presParOf" srcId="{69F1EC7A-51AD-410F-9AF8-D290DBF8C3BA}" destId="{21CC0981-2819-4831-B478-64188CD824E8}" srcOrd="17" destOrd="0" presId="urn:microsoft.com/office/officeart/2016/7/layout/RepeatingBendingProcessNew"/>
    <dgm:cxn modelId="{A9678CCE-56DB-4B5B-B010-0BA6F680C47C}" type="presParOf" srcId="{21CC0981-2819-4831-B478-64188CD824E8}" destId="{1F1CD9F0-C4B3-487D-BC6A-C16FF8E3E3E1}" srcOrd="0" destOrd="0" presId="urn:microsoft.com/office/officeart/2016/7/layout/RepeatingBendingProcessNew"/>
    <dgm:cxn modelId="{CB16C4FA-5B5F-4242-B1AB-42D64AD4EA27}" type="presParOf" srcId="{69F1EC7A-51AD-410F-9AF8-D290DBF8C3BA}" destId="{37CD4BA0-3CD8-4006-A2A8-0D572D4F1194}" srcOrd="18" destOrd="0" presId="urn:microsoft.com/office/officeart/2016/7/layout/RepeatingBendingProcessNew"/>
    <dgm:cxn modelId="{53165422-E32B-48D5-8CF9-83EC83B9B947}" type="presParOf" srcId="{69F1EC7A-51AD-410F-9AF8-D290DBF8C3BA}" destId="{5322C076-F8B6-4F41-883B-FBEE38FC516B}" srcOrd="19" destOrd="0" presId="urn:microsoft.com/office/officeart/2016/7/layout/RepeatingBendingProcessNew"/>
    <dgm:cxn modelId="{F511FF88-6273-4162-B9D4-160E95C8A370}" type="presParOf" srcId="{5322C076-F8B6-4F41-883B-FBEE38FC516B}" destId="{3AB509E6-8ED6-44F0-9CEF-E4C209A6D31D}" srcOrd="0" destOrd="0" presId="urn:microsoft.com/office/officeart/2016/7/layout/RepeatingBendingProcessNew"/>
    <dgm:cxn modelId="{2595A109-2233-4536-B350-85A59B7EFBAB}" type="presParOf" srcId="{69F1EC7A-51AD-410F-9AF8-D290DBF8C3BA}" destId="{91FCB60A-39BF-409C-A50E-CCE2F078F61E}" srcOrd="2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DC7667F-7CAD-4852-B5D5-2EC7B3C963CB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A036200-B9F0-45F1-9FE7-15E17E0D6483}">
      <dgm:prSet/>
      <dgm:spPr/>
      <dgm:t>
        <a:bodyPr/>
        <a:lstStyle/>
        <a:p>
          <a:r>
            <a:rPr lang="en-US"/>
            <a:t>Natural Language Processing:</a:t>
          </a:r>
        </a:p>
      </dgm:t>
    </dgm:pt>
    <dgm:pt modelId="{0E0B6C3F-EAD3-40DE-8331-52C66764CFD3}" type="parTrans" cxnId="{15C3BEC5-3AAD-4026-82A8-969447CEB4E9}">
      <dgm:prSet/>
      <dgm:spPr/>
      <dgm:t>
        <a:bodyPr/>
        <a:lstStyle/>
        <a:p>
          <a:endParaRPr lang="en-US"/>
        </a:p>
      </dgm:t>
    </dgm:pt>
    <dgm:pt modelId="{87AABCAF-C186-468D-863E-683AEF695436}" type="sibTrans" cxnId="{15C3BEC5-3AAD-4026-82A8-969447CEB4E9}">
      <dgm:prSet/>
      <dgm:spPr/>
      <dgm:t>
        <a:bodyPr/>
        <a:lstStyle/>
        <a:p>
          <a:endParaRPr lang="en-US"/>
        </a:p>
      </dgm:t>
    </dgm:pt>
    <dgm:pt modelId="{6F63EDBE-869A-4FA1-B56C-E115FC7BB5FC}">
      <dgm:prSet/>
      <dgm:spPr/>
      <dgm:t>
        <a:bodyPr/>
        <a:lstStyle/>
        <a:p>
          <a:r>
            <a:rPr lang="en-US"/>
            <a:t>NLTK Library: Tokenization and text processing</a:t>
          </a:r>
        </a:p>
      </dgm:t>
    </dgm:pt>
    <dgm:pt modelId="{8FE5A17E-1524-4C2E-AD36-60416F54CBF2}" type="parTrans" cxnId="{3A087095-C4F4-42D2-8F2E-CC8C9831FF6D}">
      <dgm:prSet/>
      <dgm:spPr/>
      <dgm:t>
        <a:bodyPr/>
        <a:lstStyle/>
        <a:p>
          <a:endParaRPr lang="en-US"/>
        </a:p>
      </dgm:t>
    </dgm:pt>
    <dgm:pt modelId="{76253B65-ACBE-43CC-BF8F-4EF38F630561}" type="sibTrans" cxnId="{3A087095-C4F4-42D2-8F2E-CC8C9831FF6D}">
      <dgm:prSet/>
      <dgm:spPr/>
      <dgm:t>
        <a:bodyPr/>
        <a:lstStyle/>
        <a:p>
          <a:endParaRPr lang="en-US"/>
        </a:p>
      </dgm:t>
    </dgm:pt>
    <dgm:pt modelId="{7DBB190A-665A-495E-B1BE-11E6432FBED4}">
      <dgm:prSet/>
      <dgm:spPr/>
      <dgm:t>
        <a:bodyPr/>
        <a:lstStyle/>
        <a:p>
          <a:r>
            <a:rPr lang="en-US"/>
            <a:t>Keyword Database: 100+ categorized keywords</a:t>
          </a:r>
        </a:p>
      </dgm:t>
    </dgm:pt>
    <dgm:pt modelId="{B45F4FCA-C60B-43EA-8FF6-C30BC1CA47C1}" type="parTrans" cxnId="{7F7B7DAB-E516-49C3-8131-B3CB1EC0094E}">
      <dgm:prSet/>
      <dgm:spPr/>
      <dgm:t>
        <a:bodyPr/>
        <a:lstStyle/>
        <a:p>
          <a:endParaRPr lang="en-US"/>
        </a:p>
      </dgm:t>
    </dgm:pt>
    <dgm:pt modelId="{910AE5FD-633B-474D-BE1B-5F3E67214595}" type="sibTrans" cxnId="{7F7B7DAB-E516-49C3-8131-B3CB1EC0094E}">
      <dgm:prSet/>
      <dgm:spPr/>
      <dgm:t>
        <a:bodyPr/>
        <a:lstStyle/>
        <a:p>
          <a:endParaRPr lang="en-US"/>
        </a:p>
      </dgm:t>
    </dgm:pt>
    <dgm:pt modelId="{EDF4B666-D072-43F4-921A-8A3449597BFC}">
      <dgm:prSet/>
      <dgm:spPr/>
      <dgm:t>
        <a:bodyPr/>
        <a:lstStyle/>
        <a:p>
          <a:r>
            <a:rPr lang="en-US"/>
            <a:t>Fuzzy Matching: Handle typos and variations</a:t>
          </a:r>
        </a:p>
      </dgm:t>
    </dgm:pt>
    <dgm:pt modelId="{87390EA2-9CEE-4C2A-B112-C5364457B855}" type="parTrans" cxnId="{908CB54B-3F8B-4846-A941-534844337C5A}">
      <dgm:prSet/>
      <dgm:spPr/>
      <dgm:t>
        <a:bodyPr/>
        <a:lstStyle/>
        <a:p>
          <a:endParaRPr lang="en-US"/>
        </a:p>
      </dgm:t>
    </dgm:pt>
    <dgm:pt modelId="{1023DD56-BD56-40F6-8923-39F99B070C2B}" type="sibTrans" cxnId="{908CB54B-3F8B-4846-A941-534844337C5A}">
      <dgm:prSet/>
      <dgm:spPr/>
      <dgm:t>
        <a:bodyPr/>
        <a:lstStyle/>
        <a:p>
          <a:endParaRPr lang="en-US"/>
        </a:p>
      </dgm:t>
    </dgm:pt>
    <dgm:pt modelId="{29409A67-D033-4239-86A3-E6C502A31AAE}">
      <dgm:prSet/>
      <dgm:spPr/>
      <dgm:t>
        <a:bodyPr/>
        <a:lstStyle/>
        <a:p>
          <a:r>
            <a:rPr lang="en-US"/>
            <a:t>Context Awareness: Brand-specific rules</a:t>
          </a:r>
        </a:p>
      </dgm:t>
    </dgm:pt>
    <dgm:pt modelId="{D43E1053-EE83-4C48-8D61-1988B1834D4F}" type="parTrans" cxnId="{265EE8BC-A6C4-4BC7-8043-C5117B8500CB}">
      <dgm:prSet/>
      <dgm:spPr/>
      <dgm:t>
        <a:bodyPr/>
        <a:lstStyle/>
        <a:p>
          <a:endParaRPr lang="en-US"/>
        </a:p>
      </dgm:t>
    </dgm:pt>
    <dgm:pt modelId="{1F708394-9B12-490E-97A7-583DC1C690B4}" type="sibTrans" cxnId="{265EE8BC-A6C4-4BC7-8043-C5117B8500CB}">
      <dgm:prSet/>
      <dgm:spPr/>
      <dgm:t>
        <a:bodyPr/>
        <a:lstStyle/>
        <a:p>
          <a:endParaRPr lang="en-US"/>
        </a:p>
      </dgm:t>
    </dgm:pt>
    <dgm:pt modelId="{85BA8855-94B0-44A5-AFC3-8BD280EBA88A}">
      <dgm:prSet/>
      <dgm:spPr/>
      <dgm:t>
        <a:bodyPr/>
        <a:lstStyle/>
        <a:p>
          <a:r>
            <a:rPr lang="en-US"/>
            <a:t>Example Categorization:</a:t>
          </a:r>
        </a:p>
      </dgm:t>
    </dgm:pt>
    <dgm:pt modelId="{F61175D1-F756-42B8-90B8-AB3813DA6AEE}" type="parTrans" cxnId="{35B69B98-740A-46FC-974D-B5E55D0273C7}">
      <dgm:prSet/>
      <dgm:spPr/>
      <dgm:t>
        <a:bodyPr/>
        <a:lstStyle/>
        <a:p>
          <a:endParaRPr lang="en-US"/>
        </a:p>
      </dgm:t>
    </dgm:pt>
    <dgm:pt modelId="{9EA8C8E8-911D-4222-8CE3-749129BEFE69}" type="sibTrans" cxnId="{35B69B98-740A-46FC-974D-B5E55D0273C7}">
      <dgm:prSet/>
      <dgm:spPr/>
      <dgm:t>
        <a:bodyPr/>
        <a:lstStyle/>
        <a:p>
          <a:endParaRPr lang="en-US"/>
        </a:p>
      </dgm:t>
    </dgm:pt>
    <dgm:pt modelId="{2816B5B0-0985-4AD9-95ED-FD9693703112}">
      <dgm:prSet/>
      <dgm:spPr/>
      <dgm:t>
        <a:bodyPr/>
        <a:lstStyle/>
        <a:p>
          <a:r>
            <a:rPr lang="en-US"/>
            <a:t>text</a:t>
          </a:r>
        </a:p>
      </dgm:t>
    </dgm:pt>
    <dgm:pt modelId="{EEDDEA3F-A639-42A9-9720-546F24236C20}" type="parTrans" cxnId="{BF95CBF7-3866-4B9E-8906-E4559011A619}">
      <dgm:prSet/>
      <dgm:spPr/>
      <dgm:t>
        <a:bodyPr/>
        <a:lstStyle/>
        <a:p>
          <a:endParaRPr lang="en-US"/>
        </a:p>
      </dgm:t>
    </dgm:pt>
    <dgm:pt modelId="{753A5858-A51B-4763-9872-239F96F5D870}" type="sibTrans" cxnId="{BF95CBF7-3866-4B9E-8906-E4559011A619}">
      <dgm:prSet/>
      <dgm:spPr/>
      <dgm:t>
        <a:bodyPr/>
        <a:lstStyle/>
        <a:p>
          <a:endParaRPr lang="en-US"/>
        </a:p>
      </dgm:t>
    </dgm:pt>
    <dgm:pt modelId="{DBAC4229-CCF6-4333-AAEE-DFC82E8CCC17}">
      <dgm:prSet/>
      <dgm:spPr/>
      <dgm:t>
        <a:bodyPr/>
        <a:lstStyle/>
        <a:p>
          <a:r>
            <a:rPr lang="en-US"/>
            <a:t>"uber ride to office" → Transport (High confidence)</a:t>
          </a:r>
        </a:p>
      </dgm:t>
    </dgm:pt>
    <dgm:pt modelId="{6BD79A10-CE1B-40C4-B446-E986C7523A15}" type="parTrans" cxnId="{A5F8DBD2-B6B8-406E-8B7C-FCA70ECE348F}">
      <dgm:prSet/>
      <dgm:spPr/>
      <dgm:t>
        <a:bodyPr/>
        <a:lstStyle/>
        <a:p>
          <a:endParaRPr lang="en-US"/>
        </a:p>
      </dgm:t>
    </dgm:pt>
    <dgm:pt modelId="{285DDF03-6ACC-4024-94CC-625712EE899B}" type="sibTrans" cxnId="{A5F8DBD2-B6B8-406E-8B7C-FCA70ECE348F}">
      <dgm:prSet/>
      <dgm:spPr/>
      <dgm:t>
        <a:bodyPr/>
        <a:lstStyle/>
        <a:p>
          <a:endParaRPr lang="en-US"/>
        </a:p>
      </dgm:t>
    </dgm:pt>
    <dgm:pt modelId="{594E4224-D3A7-4E34-B578-7D47012B2E61}">
      <dgm:prSet/>
      <dgm:spPr/>
      <dgm:t>
        <a:bodyPr/>
        <a:lstStyle/>
        <a:p>
          <a:r>
            <a:rPr lang="en-US"/>
            <a:t>"netflix subscription" → Entertainment (High confidence)  </a:t>
          </a:r>
        </a:p>
      </dgm:t>
    </dgm:pt>
    <dgm:pt modelId="{0CCC346E-848C-440F-9D72-19CFB45ADA10}" type="parTrans" cxnId="{E9BB3814-CBFD-4A25-B528-5112A3D8E8F8}">
      <dgm:prSet/>
      <dgm:spPr/>
      <dgm:t>
        <a:bodyPr/>
        <a:lstStyle/>
        <a:p>
          <a:endParaRPr lang="en-US"/>
        </a:p>
      </dgm:t>
    </dgm:pt>
    <dgm:pt modelId="{C22BE352-C752-4D7D-B79C-2E0FDFAA7391}" type="sibTrans" cxnId="{E9BB3814-CBFD-4A25-B528-5112A3D8E8F8}">
      <dgm:prSet/>
      <dgm:spPr/>
      <dgm:t>
        <a:bodyPr/>
        <a:lstStyle/>
        <a:p>
          <a:endParaRPr lang="en-US"/>
        </a:p>
      </dgm:t>
    </dgm:pt>
    <dgm:pt modelId="{44D8A250-1755-4ADA-AD1C-95D6D8745936}">
      <dgm:prSet/>
      <dgm:spPr/>
      <dgm:t>
        <a:bodyPr/>
        <a:lstStyle/>
        <a:p>
          <a:r>
            <a:rPr lang="en-US"/>
            <a:t>"bigbasket grocery" → Groceries (High confidence)</a:t>
          </a:r>
        </a:p>
      </dgm:t>
    </dgm:pt>
    <dgm:pt modelId="{D1CFB64E-E106-4F7D-AAD6-62C4BF5C5E21}" type="parTrans" cxnId="{D81EA35D-C19D-4100-B5E2-F8144FB43701}">
      <dgm:prSet/>
      <dgm:spPr/>
      <dgm:t>
        <a:bodyPr/>
        <a:lstStyle/>
        <a:p>
          <a:endParaRPr lang="en-US"/>
        </a:p>
      </dgm:t>
    </dgm:pt>
    <dgm:pt modelId="{7D5ED440-746F-4264-94F9-432757583FF5}" type="sibTrans" cxnId="{D81EA35D-C19D-4100-B5E2-F8144FB43701}">
      <dgm:prSet/>
      <dgm:spPr/>
      <dgm:t>
        <a:bodyPr/>
        <a:lstStyle/>
        <a:p>
          <a:endParaRPr lang="en-US"/>
        </a:p>
      </dgm:t>
    </dgm:pt>
    <dgm:pt modelId="{7B727496-E48C-49DE-A7A9-5FC25AAFDC10}">
      <dgm:prSet/>
      <dgm:spPr/>
      <dgm:t>
        <a:bodyPr/>
        <a:lstStyle/>
        <a:p>
          <a:r>
            <a:rPr lang="en-US"/>
            <a:t>"starbucks coffee" → Dining (Medium confidence)</a:t>
          </a:r>
        </a:p>
      </dgm:t>
    </dgm:pt>
    <dgm:pt modelId="{78A32305-6584-4FC6-A12C-8FF73F6A3BCC}" type="parTrans" cxnId="{B646FC87-8F87-4328-95B1-9E6536D61B25}">
      <dgm:prSet/>
      <dgm:spPr/>
      <dgm:t>
        <a:bodyPr/>
        <a:lstStyle/>
        <a:p>
          <a:endParaRPr lang="en-US"/>
        </a:p>
      </dgm:t>
    </dgm:pt>
    <dgm:pt modelId="{ACF0F899-387B-4C17-8865-FFA60845CA3B}" type="sibTrans" cxnId="{B646FC87-8F87-4328-95B1-9E6536D61B25}">
      <dgm:prSet/>
      <dgm:spPr/>
      <dgm:t>
        <a:bodyPr/>
        <a:lstStyle/>
        <a:p>
          <a:endParaRPr lang="en-US"/>
        </a:p>
      </dgm:t>
    </dgm:pt>
    <dgm:pt modelId="{968EB0F5-B4CA-40BA-A6AB-27BE3ADFBEEA}" type="pres">
      <dgm:prSet presAssocID="{EDC7667F-7CAD-4852-B5D5-2EC7B3C963CB}" presName="vert0" presStyleCnt="0">
        <dgm:presLayoutVars>
          <dgm:dir/>
          <dgm:animOne val="branch"/>
          <dgm:animLvl val="lvl"/>
        </dgm:presLayoutVars>
      </dgm:prSet>
      <dgm:spPr/>
    </dgm:pt>
    <dgm:pt modelId="{32258B6E-D133-48C9-98E0-0B4F34B2B1C3}" type="pres">
      <dgm:prSet presAssocID="{6A036200-B9F0-45F1-9FE7-15E17E0D6483}" presName="thickLine" presStyleLbl="alignNode1" presStyleIdx="0" presStyleCnt="11"/>
      <dgm:spPr/>
    </dgm:pt>
    <dgm:pt modelId="{311CCC84-D2A5-4DDC-9688-463E8381EEC7}" type="pres">
      <dgm:prSet presAssocID="{6A036200-B9F0-45F1-9FE7-15E17E0D6483}" presName="horz1" presStyleCnt="0"/>
      <dgm:spPr/>
    </dgm:pt>
    <dgm:pt modelId="{84ECA685-421B-47D7-9658-8BC6BE9916EC}" type="pres">
      <dgm:prSet presAssocID="{6A036200-B9F0-45F1-9FE7-15E17E0D6483}" presName="tx1" presStyleLbl="revTx" presStyleIdx="0" presStyleCnt="11"/>
      <dgm:spPr/>
    </dgm:pt>
    <dgm:pt modelId="{6B4347B6-9953-47B8-B905-749598B2287F}" type="pres">
      <dgm:prSet presAssocID="{6A036200-B9F0-45F1-9FE7-15E17E0D6483}" presName="vert1" presStyleCnt="0"/>
      <dgm:spPr/>
    </dgm:pt>
    <dgm:pt modelId="{AD9B0B47-8027-49B4-AAA6-8354D2FFA235}" type="pres">
      <dgm:prSet presAssocID="{6F63EDBE-869A-4FA1-B56C-E115FC7BB5FC}" presName="thickLine" presStyleLbl="alignNode1" presStyleIdx="1" presStyleCnt="11"/>
      <dgm:spPr/>
    </dgm:pt>
    <dgm:pt modelId="{885C64F6-2CB3-4D91-B7E0-E2DBD10DF98E}" type="pres">
      <dgm:prSet presAssocID="{6F63EDBE-869A-4FA1-B56C-E115FC7BB5FC}" presName="horz1" presStyleCnt="0"/>
      <dgm:spPr/>
    </dgm:pt>
    <dgm:pt modelId="{C0C5165D-FBD5-46AA-B3AC-B6D3CC65F4DA}" type="pres">
      <dgm:prSet presAssocID="{6F63EDBE-869A-4FA1-B56C-E115FC7BB5FC}" presName="tx1" presStyleLbl="revTx" presStyleIdx="1" presStyleCnt="11"/>
      <dgm:spPr/>
    </dgm:pt>
    <dgm:pt modelId="{21261BF3-E862-4FBD-BE24-3D08666E0D65}" type="pres">
      <dgm:prSet presAssocID="{6F63EDBE-869A-4FA1-B56C-E115FC7BB5FC}" presName="vert1" presStyleCnt="0"/>
      <dgm:spPr/>
    </dgm:pt>
    <dgm:pt modelId="{B19C4F88-9359-458A-8558-2C109B8DF0CF}" type="pres">
      <dgm:prSet presAssocID="{7DBB190A-665A-495E-B1BE-11E6432FBED4}" presName="thickLine" presStyleLbl="alignNode1" presStyleIdx="2" presStyleCnt="11"/>
      <dgm:spPr/>
    </dgm:pt>
    <dgm:pt modelId="{2387F17B-D97E-4D44-BD71-DD569C52CEA7}" type="pres">
      <dgm:prSet presAssocID="{7DBB190A-665A-495E-B1BE-11E6432FBED4}" presName="horz1" presStyleCnt="0"/>
      <dgm:spPr/>
    </dgm:pt>
    <dgm:pt modelId="{40851630-5B8C-4589-9943-43BA5C80765F}" type="pres">
      <dgm:prSet presAssocID="{7DBB190A-665A-495E-B1BE-11E6432FBED4}" presName="tx1" presStyleLbl="revTx" presStyleIdx="2" presStyleCnt="11"/>
      <dgm:spPr/>
    </dgm:pt>
    <dgm:pt modelId="{C9751059-3C66-4766-811C-CBE2BF6C41EF}" type="pres">
      <dgm:prSet presAssocID="{7DBB190A-665A-495E-B1BE-11E6432FBED4}" presName="vert1" presStyleCnt="0"/>
      <dgm:spPr/>
    </dgm:pt>
    <dgm:pt modelId="{DB7FD527-4798-4EE7-818A-DF9D50F8FFE6}" type="pres">
      <dgm:prSet presAssocID="{EDF4B666-D072-43F4-921A-8A3449597BFC}" presName="thickLine" presStyleLbl="alignNode1" presStyleIdx="3" presStyleCnt="11"/>
      <dgm:spPr/>
    </dgm:pt>
    <dgm:pt modelId="{2C3BBCC0-B9FE-48D0-A3DB-C317A0131B7B}" type="pres">
      <dgm:prSet presAssocID="{EDF4B666-D072-43F4-921A-8A3449597BFC}" presName="horz1" presStyleCnt="0"/>
      <dgm:spPr/>
    </dgm:pt>
    <dgm:pt modelId="{64EAB278-D72B-475B-AB7B-706975D10335}" type="pres">
      <dgm:prSet presAssocID="{EDF4B666-D072-43F4-921A-8A3449597BFC}" presName="tx1" presStyleLbl="revTx" presStyleIdx="3" presStyleCnt="11"/>
      <dgm:spPr/>
    </dgm:pt>
    <dgm:pt modelId="{26FD8084-56DF-457D-B2E9-8F4B5250DAF9}" type="pres">
      <dgm:prSet presAssocID="{EDF4B666-D072-43F4-921A-8A3449597BFC}" presName="vert1" presStyleCnt="0"/>
      <dgm:spPr/>
    </dgm:pt>
    <dgm:pt modelId="{860172F4-77E3-4A04-8396-B56739807765}" type="pres">
      <dgm:prSet presAssocID="{29409A67-D033-4239-86A3-E6C502A31AAE}" presName="thickLine" presStyleLbl="alignNode1" presStyleIdx="4" presStyleCnt="11"/>
      <dgm:spPr/>
    </dgm:pt>
    <dgm:pt modelId="{C03EDFD5-C4B1-4999-9155-D20049DE76E2}" type="pres">
      <dgm:prSet presAssocID="{29409A67-D033-4239-86A3-E6C502A31AAE}" presName="horz1" presStyleCnt="0"/>
      <dgm:spPr/>
    </dgm:pt>
    <dgm:pt modelId="{6C8AA9A5-A6B0-459A-8586-84F3618D2DED}" type="pres">
      <dgm:prSet presAssocID="{29409A67-D033-4239-86A3-E6C502A31AAE}" presName="tx1" presStyleLbl="revTx" presStyleIdx="4" presStyleCnt="11"/>
      <dgm:spPr/>
    </dgm:pt>
    <dgm:pt modelId="{E57B5CA8-FD79-4A82-BAEB-3F1E134C1A96}" type="pres">
      <dgm:prSet presAssocID="{29409A67-D033-4239-86A3-E6C502A31AAE}" presName="vert1" presStyleCnt="0"/>
      <dgm:spPr/>
    </dgm:pt>
    <dgm:pt modelId="{239D2D98-A987-4847-9212-87D9E760EF88}" type="pres">
      <dgm:prSet presAssocID="{85BA8855-94B0-44A5-AFC3-8BD280EBA88A}" presName="thickLine" presStyleLbl="alignNode1" presStyleIdx="5" presStyleCnt="11"/>
      <dgm:spPr/>
    </dgm:pt>
    <dgm:pt modelId="{56D92B83-27E1-4412-A1F5-49CBBA07913C}" type="pres">
      <dgm:prSet presAssocID="{85BA8855-94B0-44A5-AFC3-8BD280EBA88A}" presName="horz1" presStyleCnt="0"/>
      <dgm:spPr/>
    </dgm:pt>
    <dgm:pt modelId="{151C99A2-673E-4A7F-868D-7754AB10DB0C}" type="pres">
      <dgm:prSet presAssocID="{85BA8855-94B0-44A5-AFC3-8BD280EBA88A}" presName="tx1" presStyleLbl="revTx" presStyleIdx="5" presStyleCnt="11"/>
      <dgm:spPr/>
    </dgm:pt>
    <dgm:pt modelId="{B379C644-9612-428B-B388-B1C979B4886B}" type="pres">
      <dgm:prSet presAssocID="{85BA8855-94B0-44A5-AFC3-8BD280EBA88A}" presName="vert1" presStyleCnt="0"/>
      <dgm:spPr/>
    </dgm:pt>
    <dgm:pt modelId="{E4CB32DA-F473-499B-ABCD-7D928D2DD25F}" type="pres">
      <dgm:prSet presAssocID="{2816B5B0-0985-4AD9-95ED-FD9693703112}" presName="thickLine" presStyleLbl="alignNode1" presStyleIdx="6" presStyleCnt="11"/>
      <dgm:spPr/>
    </dgm:pt>
    <dgm:pt modelId="{56CE08D9-BED0-4F64-A628-31DFB2651012}" type="pres">
      <dgm:prSet presAssocID="{2816B5B0-0985-4AD9-95ED-FD9693703112}" presName="horz1" presStyleCnt="0"/>
      <dgm:spPr/>
    </dgm:pt>
    <dgm:pt modelId="{91CC3F21-6F50-418F-ACB9-208D8AECC568}" type="pres">
      <dgm:prSet presAssocID="{2816B5B0-0985-4AD9-95ED-FD9693703112}" presName="tx1" presStyleLbl="revTx" presStyleIdx="6" presStyleCnt="11"/>
      <dgm:spPr/>
    </dgm:pt>
    <dgm:pt modelId="{A31A3979-D9AB-4F9D-AC24-6C09FD1E0491}" type="pres">
      <dgm:prSet presAssocID="{2816B5B0-0985-4AD9-95ED-FD9693703112}" presName="vert1" presStyleCnt="0"/>
      <dgm:spPr/>
    </dgm:pt>
    <dgm:pt modelId="{7D7D6EA9-94FA-43F1-B9D1-86685F9ABE30}" type="pres">
      <dgm:prSet presAssocID="{DBAC4229-CCF6-4333-AAEE-DFC82E8CCC17}" presName="thickLine" presStyleLbl="alignNode1" presStyleIdx="7" presStyleCnt="11"/>
      <dgm:spPr/>
    </dgm:pt>
    <dgm:pt modelId="{2EA3A670-D1AB-4F10-93AC-5CCFD4B52CFC}" type="pres">
      <dgm:prSet presAssocID="{DBAC4229-CCF6-4333-AAEE-DFC82E8CCC17}" presName="horz1" presStyleCnt="0"/>
      <dgm:spPr/>
    </dgm:pt>
    <dgm:pt modelId="{2FD1405D-5742-43D8-83C9-46F495A91A97}" type="pres">
      <dgm:prSet presAssocID="{DBAC4229-CCF6-4333-AAEE-DFC82E8CCC17}" presName="tx1" presStyleLbl="revTx" presStyleIdx="7" presStyleCnt="11"/>
      <dgm:spPr/>
    </dgm:pt>
    <dgm:pt modelId="{E3B10ACE-CD05-4C51-A96D-E433028AFF39}" type="pres">
      <dgm:prSet presAssocID="{DBAC4229-CCF6-4333-AAEE-DFC82E8CCC17}" presName="vert1" presStyleCnt="0"/>
      <dgm:spPr/>
    </dgm:pt>
    <dgm:pt modelId="{D1AC5BBD-1983-4CD3-A5B1-50A2DE675F4F}" type="pres">
      <dgm:prSet presAssocID="{594E4224-D3A7-4E34-B578-7D47012B2E61}" presName="thickLine" presStyleLbl="alignNode1" presStyleIdx="8" presStyleCnt="11"/>
      <dgm:spPr/>
    </dgm:pt>
    <dgm:pt modelId="{B23E2300-9BB5-4CE6-8BEF-39B61640F459}" type="pres">
      <dgm:prSet presAssocID="{594E4224-D3A7-4E34-B578-7D47012B2E61}" presName="horz1" presStyleCnt="0"/>
      <dgm:spPr/>
    </dgm:pt>
    <dgm:pt modelId="{FCA82C39-8335-481D-BBB4-561753688048}" type="pres">
      <dgm:prSet presAssocID="{594E4224-D3A7-4E34-B578-7D47012B2E61}" presName="tx1" presStyleLbl="revTx" presStyleIdx="8" presStyleCnt="11"/>
      <dgm:spPr/>
    </dgm:pt>
    <dgm:pt modelId="{80F8CA46-B277-453F-B7A1-04E75D87B4E3}" type="pres">
      <dgm:prSet presAssocID="{594E4224-D3A7-4E34-B578-7D47012B2E61}" presName="vert1" presStyleCnt="0"/>
      <dgm:spPr/>
    </dgm:pt>
    <dgm:pt modelId="{32A90FBE-2889-4AC8-8F06-BAB7F06049A0}" type="pres">
      <dgm:prSet presAssocID="{44D8A250-1755-4ADA-AD1C-95D6D8745936}" presName="thickLine" presStyleLbl="alignNode1" presStyleIdx="9" presStyleCnt="11"/>
      <dgm:spPr/>
    </dgm:pt>
    <dgm:pt modelId="{FFAC7216-A2D2-4C7B-AEFA-C7FC72F66DE9}" type="pres">
      <dgm:prSet presAssocID="{44D8A250-1755-4ADA-AD1C-95D6D8745936}" presName="horz1" presStyleCnt="0"/>
      <dgm:spPr/>
    </dgm:pt>
    <dgm:pt modelId="{8F268991-D7C0-435A-97D3-C61054557717}" type="pres">
      <dgm:prSet presAssocID="{44D8A250-1755-4ADA-AD1C-95D6D8745936}" presName="tx1" presStyleLbl="revTx" presStyleIdx="9" presStyleCnt="11"/>
      <dgm:spPr/>
    </dgm:pt>
    <dgm:pt modelId="{37FB2B6D-EF3C-45C7-AD59-D81173C5DCE2}" type="pres">
      <dgm:prSet presAssocID="{44D8A250-1755-4ADA-AD1C-95D6D8745936}" presName="vert1" presStyleCnt="0"/>
      <dgm:spPr/>
    </dgm:pt>
    <dgm:pt modelId="{A9789FC6-7D03-4349-BA24-759B508828FE}" type="pres">
      <dgm:prSet presAssocID="{7B727496-E48C-49DE-A7A9-5FC25AAFDC10}" presName="thickLine" presStyleLbl="alignNode1" presStyleIdx="10" presStyleCnt="11"/>
      <dgm:spPr/>
    </dgm:pt>
    <dgm:pt modelId="{EB9914C8-1409-466B-A768-94AE92C25317}" type="pres">
      <dgm:prSet presAssocID="{7B727496-E48C-49DE-A7A9-5FC25AAFDC10}" presName="horz1" presStyleCnt="0"/>
      <dgm:spPr/>
    </dgm:pt>
    <dgm:pt modelId="{1CD311BC-B433-450E-BBB1-DB743EB100D8}" type="pres">
      <dgm:prSet presAssocID="{7B727496-E48C-49DE-A7A9-5FC25AAFDC10}" presName="tx1" presStyleLbl="revTx" presStyleIdx="10" presStyleCnt="11"/>
      <dgm:spPr/>
    </dgm:pt>
    <dgm:pt modelId="{541BF35A-DB7C-4633-9DD9-D067D6B232A4}" type="pres">
      <dgm:prSet presAssocID="{7B727496-E48C-49DE-A7A9-5FC25AAFDC10}" presName="vert1" presStyleCnt="0"/>
      <dgm:spPr/>
    </dgm:pt>
  </dgm:ptLst>
  <dgm:cxnLst>
    <dgm:cxn modelId="{E9BB3814-CBFD-4A25-B528-5112A3D8E8F8}" srcId="{EDC7667F-7CAD-4852-B5D5-2EC7B3C963CB}" destId="{594E4224-D3A7-4E34-B578-7D47012B2E61}" srcOrd="8" destOrd="0" parTransId="{0CCC346E-848C-440F-9D72-19CFB45ADA10}" sibTransId="{C22BE352-C752-4D7D-B79C-2E0FDFAA7391}"/>
    <dgm:cxn modelId="{9926BA2E-A513-4146-A8AA-2CC6FCF24928}" type="presOf" srcId="{7DBB190A-665A-495E-B1BE-11E6432FBED4}" destId="{40851630-5B8C-4589-9943-43BA5C80765F}" srcOrd="0" destOrd="0" presId="urn:microsoft.com/office/officeart/2008/layout/LinedList"/>
    <dgm:cxn modelId="{7AF8F530-1E20-4184-B4F9-A2FEB16F6D10}" type="presOf" srcId="{EDF4B666-D072-43F4-921A-8A3449597BFC}" destId="{64EAB278-D72B-475B-AB7B-706975D10335}" srcOrd="0" destOrd="0" presId="urn:microsoft.com/office/officeart/2008/layout/LinedList"/>
    <dgm:cxn modelId="{B388F73D-D606-4820-9F66-958A6988168C}" type="presOf" srcId="{44D8A250-1755-4ADA-AD1C-95D6D8745936}" destId="{8F268991-D7C0-435A-97D3-C61054557717}" srcOrd="0" destOrd="0" presId="urn:microsoft.com/office/officeart/2008/layout/LinedList"/>
    <dgm:cxn modelId="{D81EA35D-C19D-4100-B5E2-F8144FB43701}" srcId="{EDC7667F-7CAD-4852-B5D5-2EC7B3C963CB}" destId="{44D8A250-1755-4ADA-AD1C-95D6D8745936}" srcOrd="9" destOrd="0" parTransId="{D1CFB64E-E106-4F7D-AAD6-62C4BF5C5E21}" sibTransId="{7D5ED440-746F-4264-94F9-432757583FF5}"/>
    <dgm:cxn modelId="{5206D343-BFC7-4F78-B77B-DE7036CE658B}" type="presOf" srcId="{594E4224-D3A7-4E34-B578-7D47012B2E61}" destId="{FCA82C39-8335-481D-BBB4-561753688048}" srcOrd="0" destOrd="0" presId="urn:microsoft.com/office/officeart/2008/layout/LinedList"/>
    <dgm:cxn modelId="{908CB54B-3F8B-4846-A941-534844337C5A}" srcId="{EDC7667F-7CAD-4852-B5D5-2EC7B3C963CB}" destId="{EDF4B666-D072-43F4-921A-8A3449597BFC}" srcOrd="3" destOrd="0" parTransId="{87390EA2-9CEE-4C2A-B112-C5364457B855}" sibTransId="{1023DD56-BD56-40F6-8923-39F99B070C2B}"/>
    <dgm:cxn modelId="{054B4471-60EF-4274-A29C-ACE4073C4C24}" type="presOf" srcId="{85BA8855-94B0-44A5-AFC3-8BD280EBA88A}" destId="{151C99A2-673E-4A7F-868D-7754AB10DB0C}" srcOrd="0" destOrd="0" presId="urn:microsoft.com/office/officeart/2008/layout/LinedList"/>
    <dgm:cxn modelId="{D786A57F-8832-4B6D-B44B-12F278D5A402}" type="presOf" srcId="{DBAC4229-CCF6-4333-AAEE-DFC82E8CCC17}" destId="{2FD1405D-5742-43D8-83C9-46F495A91A97}" srcOrd="0" destOrd="0" presId="urn:microsoft.com/office/officeart/2008/layout/LinedList"/>
    <dgm:cxn modelId="{727A2087-F8D5-4586-B483-ED9006964E5C}" type="presOf" srcId="{6F63EDBE-869A-4FA1-B56C-E115FC7BB5FC}" destId="{C0C5165D-FBD5-46AA-B3AC-B6D3CC65F4DA}" srcOrd="0" destOrd="0" presId="urn:microsoft.com/office/officeart/2008/layout/LinedList"/>
    <dgm:cxn modelId="{B646FC87-8F87-4328-95B1-9E6536D61B25}" srcId="{EDC7667F-7CAD-4852-B5D5-2EC7B3C963CB}" destId="{7B727496-E48C-49DE-A7A9-5FC25AAFDC10}" srcOrd="10" destOrd="0" parTransId="{78A32305-6584-4FC6-A12C-8FF73F6A3BCC}" sibTransId="{ACF0F899-387B-4C17-8865-FFA60845CA3B}"/>
    <dgm:cxn modelId="{3A087095-C4F4-42D2-8F2E-CC8C9831FF6D}" srcId="{EDC7667F-7CAD-4852-B5D5-2EC7B3C963CB}" destId="{6F63EDBE-869A-4FA1-B56C-E115FC7BB5FC}" srcOrd="1" destOrd="0" parTransId="{8FE5A17E-1524-4C2E-AD36-60416F54CBF2}" sibTransId="{76253B65-ACBE-43CC-BF8F-4EF38F630561}"/>
    <dgm:cxn modelId="{6F87E095-4EBB-4820-A968-1D55C2621CB2}" type="presOf" srcId="{2816B5B0-0985-4AD9-95ED-FD9693703112}" destId="{91CC3F21-6F50-418F-ACB9-208D8AECC568}" srcOrd="0" destOrd="0" presId="urn:microsoft.com/office/officeart/2008/layout/LinedList"/>
    <dgm:cxn modelId="{35B69B98-740A-46FC-974D-B5E55D0273C7}" srcId="{EDC7667F-7CAD-4852-B5D5-2EC7B3C963CB}" destId="{85BA8855-94B0-44A5-AFC3-8BD280EBA88A}" srcOrd="5" destOrd="0" parTransId="{F61175D1-F756-42B8-90B8-AB3813DA6AEE}" sibTransId="{9EA8C8E8-911D-4222-8CE3-749129BEFE69}"/>
    <dgm:cxn modelId="{7F7B7DAB-E516-49C3-8131-B3CB1EC0094E}" srcId="{EDC7667F-7CAD-4852-B5D5-2EC7B3C963CB}" destId="{7DBB190A-665A-495E-B1BE-11E6432FBED4}" srcOrd="2" destOrd="0" parTransId="{B45F4FCA-C60B-43EA-8FF6-C30BC1CA47C1}" sibTransId="{910AE5FD-633B-474D-BE1B-5F3E67214595}"/>
    <dgm:cxn modelId="{974B3BB3-2FE1-4DCC-A2BB-1E7B7911D45F}" type="presOf" srcId="{EDC7667F-7CAD-4852-B5D5-2EC7B3C963CB}" destId="{968EB0F5-B4CA-40BA-A6AB-27BE3ADFBEEA}" srcOrd="0" destOrd="0" presId="urn:microsoft.com/office/officeart/2008/layout/LinedList"/>
    <dgm:cxn modelId="{B97636B5-FFE0-4D1A-9BDD-3A2B94BE285F}" type="presOf" srcId="{6A036200-B9F0-45F1-9FE7-15E17E0D6483}" destId="{84ECA685-421B-47D7-9658-8BC6BE9916EC}" srcOrd="0" destOrd="0" presId="urn:microsoft.com/office/officeart/2008/layout/LinedList"/>
    <dgm:cxn modelId="{265EE8BC-A6C4-4BC7-8043-C5117B8500CB}" srcId="{EDC7667F-7CAD-4852-B5D5-2EC7B3C963CB}" destId="{29409A67-D033-4239-86A3-E6C502A31AAE}" srcOrd="4" destOrd="0" parTransId="{D43E1053-EE83-4C48-8D61-1988B1834D4F}" sibTransId="{1F708394-9B12-490E-97A7-583DC1C690B4}"/>
    <dgm:cxn modelId="{15C3BEC5-3AAD-4026-82A8-969447CEB4E9}" srcId="{EDC7667F-7CAD-4852-B5D5-2EC7B3C963CB}" destId="{6A036200-B9F0-45F1-9FE7-15E17E0D6483}" srcOrd="0" destOrd="0" parTransId="{0E0B6C3F-EAD3-40DE-8331-52C66764CFD3}" sibTransId="{87AABCAF-C186-468D-863E-683AEF695436}"/>
    <dgm:cxn modelId="{A5F8DBD2-B6B8-406E-8B7C-FCA70ECE348F}" srcId="{EDC7667F-7CAD-4852-B5D5-2EC7B3C963CB}" destId="{DBAC4229-CCF6-4333-AAEE-DFC82E8CCC17}" srcOrd="7" destOrd="0" parTransId="{6BD79A10-CE1B-40C4-B446-E986C7523A15}" sibTransId="{285DDF03-6ACC-4024-94CC-625712EE899B}"/>
    <dgm:cxn modelId="{80DF54ED-B829-47A4-9042-BE1BEC41ACB5}" type="presOf" srcId="{7B727496-E48C-49DE-A7A9-5FC25AAFDC10}" destId="{1CD311BC-B433-450E-BBB1-DB743EB100D8}" srcOrd="0" destOrd="0" presId="urn:microsoft.com/office/officeart/2008/layout/LinedList"/>
    <dgm:cxn modelId="{BF95CBF7-3866-4B9E-8906-E4559011A619}" srcId="{EDC7667F-7CAD-4852-B5D5-2EC7B3C963CB}" destId="{2816B5B0-0985-4AD9-95ED-FD9693703112}" srcOrd="6" destOrd="0" parTransId="{EEDDEA3F-A639-42A9-9720-546F24236C20}" sibTransId="{753A5858-A51B-4763-9872-239F96F5D870}"/>
    <dgm:cxn modelId="{0600FDF9-3CCF-433D-A5B2-27320712F476}" type="presOf" srcId="{29409A67-D033-4239-86A3-E6C502A31AAE}" destId="{6C8AA9A5-A6B0-459A-8586-84F3618D2DED}" srcOrd="0" destOrd="0" presId="urn:microsoft.com/office/officeart/2008/layout/LinedList"/>
    <dgm:cxn modelId="{A0897D4F-791E-4175-BB31-0B4620069E62}" type="presParOf" srcId="{968EB0F5-B4CA-40BA-A6AB-27BE3ADFBEEA}" destId="{32258B6E-D133-48C9-98E0-0B4F34B2B1C3}" srcOrd="0" destOrd="0" presId="urn:microsoft.com/office/officeart/2008/layout/LinedList"/>
    <dgm:cxn modelId="{914F4DB9-B15A-445A-8C6F-878A3400E2B0}" type="presParOf" srcId="{968EB0F5-B4CA-40BA-A6AB-27BE3ADFBEEA}" destId="{311CCC84-D2A5-4DDC-9688-463E8381EEC7}" srcOrd="1" destOrd="0" presId="urn:microsoft.com/office/officeart/2008/layout/LinedList"/>
    <dgm:cxn modelId="{19EF0A36-29B6-44DB-A2AF-6B32751CE7B8}" type="presParOf" srcId="{311CCC84-D2A5-4DDC-9688-463E8381EEC7}" destId="{84ECA685-421B-47D7-9658-8BC6BE9916EC}" srcOrd="0" destOrd="0" presId="urn:microsoft.com/office/officeart/2008/layout/LinedList"/>
    <dgm:cxn modelId="{AF242998-93EA-47CD-8664-B59681622703}" type="presParOf" srcId="{311CCC84-D2A5-4DDC-9688-463E8381EEC7}" destId="{6B4347B6-9953-47B8-B905-749598B2287F}" srcOrd="1" destOrd="0" presId="urn:microsoft.com/office/officeart/2008/layout/LinedList"/>
    <dgm:cxn modelId="{CB59CC3F-E9D4-4106-968E-2731762BA74C}" type="presParOf" srcId="{968EB0F5-B4CA-40BA-A6AB-27BE3ADFBEEA}" destId="{AD9B0B47-8027-49B4-AAA6-8354D2FFA235}" srcOrd="2" destOrd="0" presId="urn:microsoft.com/office/officeart/2008/layout/LinedList"/>
    <dgm:cxn modelId="{A4C54858-867E-47AA-9F9D-ACD48DD11A1D}" type="presParOf" srcId="{968EB0F5-B4CA-40BA-A6AB-27BE3ADFBEEA}" destId="{885C64F6-2CB3-4D91-B7E0-E2DBD10DF98E}" srcOrd="3" destOrd="0" presId="urn:microsoft.com/office/officeart/2008/layout/LinedList"/>
    <dgm:cxn modelId="{A6AA1EE9-EA5D-4AA7-B935-EB19B696791E}" type="presParOf" srcId="{885C64F6-2CB3-4D91-B7E0-E2DBD10DF98E}" destId="{C0C5165D-FBD5-46AA-B3AC-B6D3CC65F4DA}" srcOrd="0" destOrd="0" presId="urn:microsoft.com/office/officeart/2008/layout/LinedList"/>
    <dgm:cxn modelId="{E89FDCD0-54C4-46E3-AB5F-E5CA9C4F6914}" type="presParOf" srcId="{885C64F6-2CB3-4D91-B7E0-E2DBD10DF98E}" destId="{21261BF3-E862-4FBD-BE24-3D08666E0D65}" srcOrd="1" destOrd="0" presId="urn:microsoft.com/office/officeart/2008/layout/LinedList"/>
    <dgm:cxn modelId="{9AB833EA-AD63-4B35-84AB-B9E4408C168C}" type="presParOf" srcId="{968EB0F5-B4CA-40BA-A6AB-27BE3ADFBEEA}" destId="{B19C4F88-9359-458A-8558-2C109B8DF0CF}" srcOrd="4" destOrd="0" presId="urn:microsoft.com/office/officeart/2008/layout/LinedList"/>
    <dgm:cxn modelId="{0001F5A3-6FF0-4517-86AA-1FF6D85F7FE6}" type="presParOf" srcId="{968EB0F5-B4CA-40BA-A6AB-27BE3ADFBEEA}" destId="{2387F17B-D97E-4D44-BD71-DD569C52CEA7}" srcOrd="5" destOrd="0" presId="urn:microsoft.com/office/officeart/2008/layout/LinedList"/>
    <dgm:cxn modelId="{C3663888-F4AA-4989-B18E-D18AEE74A046}" type="presParOf" srcId="{2387F17B-D97E-4D44-BD71-DD569C52CEA7}" destId="{40851630-5B8C-4589-9943-43BA5C80765F}" srcOrd="0" destOrd="0" presId="urn:microsoft.com/office/officeart/2008/layout/LinedList"/>
    <dgm:cxn modelId="{96FBBE07-621F-474F-A7FC-EBD146F83F8F}" type="presParOf" srcId="{2387F17B-D97E-4D44-BD71-DD569C52CEA7}" destId="{C9751059-3C66-4766-811C-CBE2BF6C41EF}" srcOrd="1" destOrd="0" presId="urn:microsoft.com/office/officeart/2008/layout/LinedList"/>
    <dgm:cxn modelId="{7816584A-FD13-435E-A863-D6FFFCA0AFDA}" type="presParOf" srcId="{968EB0F5-B4CA-40BA-A6AB-27BE3ADFBEEA}" destId="{DB7FD527-4798-4EE7-818A-DF9D50F8FFE6}" srcOrd="6" destOrd="0" presId="urn:microsoft.com/office/officeart/2008/layout/LinedList"/>
    <dgm:cxn modelId="{CBC59193-16E6-4995-875E-456360AAD6D0}" type="presParOf" srcId="{968EB0F5-B4CA-40BA-A6AB-27BE3ADFBEEA}" destId="{2C3BBCC0-B9FE-48D0-A3DB-C317A0131B7B}" srcOrd="7" destOrd="0" presId="urn:microsoft.com/office/officeart/2008/layout/LinedList"/>
    <dgm:cxn modelId="{7E159038-3D9D-4123-B48A-0001EC4C96EE}" type="presParOf" srcId="{2C3BBCC0-B9FE-48D0-A3DB-C317A0131B7B}" destId="{64EAB278-D72B-475B-AB7B-706975D10335}" srcOrd="0" destOrd="0" presId="urn:microsoft.com/office/officeart/2008/layout/LinedList"/>
    <dgm:cxn modelId="{DE2D8481-9315-4759-9BCC-7A98222534B4}" type="presParOf" srcId="{2C3BBCC0-B9FE-48D0-A3DB-C317A0131B7B}" destId="{26FD8084-56DF-457D-B2E9-8F4B5250DAF9}" srcOrd="1" destOrd="0" presId="urn:microsoft.com/office/officeart/2008/layout/LinedList"/>
    <dgm:cxn modelId="{5F32BD73-58E4-42A6-8E16-903BC72C6253}" type="presParOf" srcId="{968EB0F5-B4CA-40BA-A6AB-27BE3ADFBEEA}" destId="{860172F4-77E3-4A04-8396-B56739807765}" srcOrd="8" destOrd="0" presId="urn:microsoft.com/office/officeart/2008/layout/LinedList"/>
    <dgm:cxn modelId="{1981D6A3-0D90-4BD7-ABB5-8D0BE3D9D761}" type="presParOf" srcId="{968EB0F5-B4CA-40BA-A6AB-27BE3ADFBEEA}" destId="{C03EDFD5-C4B1-4999-9155-D20049DE76E2}" srcOrd="9" destOrd="0" presId="urn:microsoft.com/office/officeart/2008/layout/LinedList"/>
    <dgm:cxn modelId="{A1B61B1F-3BE9-4CC6-AB47-C2C72BB1EEA9}" type="presParOf" srcId="{C03EDFD5-C4B1-4999-9155-D20049DE76E2}" destId="{6C8AA9A5-A6B0-459A-8586-84F3618D2DED}" srcOrd="0" destOrd="0" presId="urn:microsoft.com/office/officeart/2008/layout/LinedList"/>
    <dgm:cxn modelId="{7EA4B84E-B035-482B-9B81-EB702A1DE2AC}" type="presParOf" srcId="{C03EDFD5-C4B1-4999-9155-D20049DE76E2}" destId="{E57B5CA8-FD79-4A82-BAEB-3F1E134C1A96}" srcOrd="1" destOrd="0" presId="urn:microsoft.com/office/officeart/2008/layout/LinedList"/>
    <dgm:cxn modelId="{160E6E4D-081A-4C2B-9CA2-0EE06AC02BD4}" type="presParOf" srcId="{968EB0F5-B4CA-40BA-A6AB-27BE3ADFBEEA}" destId="{239D2D98-A987-4847-9212-87D9E760EF88}" srcOrd="10" destOrd="0" presId="urn:microsoft.com/office/officeart/2008/layout/LinedList"/>
    <dgm:cxn modelId="{E126A8DB-7D41-4F88-92A3-7FAA4B143F8D}" type="presParOf" srcId="{968EB0F5-B4CA-40BA-A6AB-27BE3ADFBEEA}" destId="{56D92B83-27E1-4412-A1F5-49CBBA07913C}" srcOrd="11" destOrd="0" presId="urn:microsoft.com/office/officeart/2008/layout/LinedList"/>
    <dgm:cxn modelId="{DB25487C-2A96-484A-A1B5-609E449B87D8}" type="presParOf" srcId="{56D92B83-27E1-4412-A1F5-49CBBA07913C}" destId="{151C99A2-673E-4A7F-868D-7754AB10DB0C}" srcOrd="0" destOrd="0" presId="urn:microsoft.com/office/officeart/2008/layout/LinedList"/>
    <dgm:cxn modelId="{6FF7F77F-48C0-41DA-8FFA-6478EAA0F618}" type="presParOf" srcId="{56D92B83-27E1-4412-A1F5-49CBBA07913C}" destId="{B379C644-9612-428B-B388-B1C979B4886B}" srcOrd="1" destOrd="0" presId="urn:microsoft.com/office/officeart/2008/layout/LinedList"/>
    <dgm:cxn modelId="{3A023F49-BAE4-432A-A0DC-22D97CA6D5B9}" type="presParOf" srcId="{968EB0F5-B4CA-40BA-A6AB-27BE3ADFBEEA}" destId="{E4CB32DA-F473-499B-ABCD-7D928D2DD25F}" srcOrd="12" destOrd="0" presId="urn:microsoft.com/office/officeart/2008/layout/LinedList"/>
    <dgm:cxn modelId="{8C8BAF78-28E5-44CC-86D8-B89E18C2E3E4}" type="presParOf" srcId="{968EB0F5-B4CA-40BA-A6AB-27BE3ADFBEEA}" destId="{56CE08D9-BED0-4F64-A628-31DFB2651012}" srcOrd="13" destOrd="0" presId="urn:microsoft.com/office/officeart/2008/layout/LinedList"/>
    <dgm:cxn modelId="{1F41B2AB-7DC8-41F9-9229-5CA984D901DC}" type="presParOf" srcId="{56CE08D9-BED0-4F64-A628-31DFB2651012}" destId="{91CC3F21-6F50-418F-ACB9-208D8AECC568}" srcOrd="0" destOrd="0" presId="urn:microsoft.com/office/officeart/2008/layout/LinedList"/>
    <dgm:cxn modelId="{06646539-CD7E-4424-BAD5-22398C86123C}" type="presParOf" srcId="{56CE08D9-BED0-4F64-A628-31DFB2651012}" destId="{A31A3979-D9AB-4F9D-AC24-6C09FD1E0491}" srcOrd="1" destOrd="0" presId="urn:microsoft.com/office/officeart/2008/layout/LinedList"/>
    <dgm:cxn modelId="{9B3A0614-16C6-46AB-A21B-398DD1BC9F3E}" type="presParOf" srcId="{968EB0F5-B4CA-40BA-A6AB-27BE3ADFBEEA}" destId="{7D7D6EA9-94FA-43F1-B9D1-86685F9ABE30}" srcOrd="14" destOrd="0" presId="urn:microsoft.com/office/officeart/2008/layout/LinedList"/>
    <dgm:cxn modelId="{712FE246-FE78-4F04-9BFC-FA734955C46E}" type="presParOf" srcId="{968EB0F5-B4CA-40BA-A6AB-27BE3ADFBEEA}" destId="{2EA3A670-D1AB-4F10-93AC-5CCFD4B52CFC}" srcOrd="15" destOrd="0" presId="urn:microsoft.com/office/officeart/2008/layout/LinedList"/>
    <dgm:cxn modelId="{938F71FE-43A4-42C7-A921-EED1AAE26699}" type="presParOf" srcId="{2EA3A670-D1AB-4F10-93AC-5CCFD4B52CFC}" destId="{2FD1405D-5742-43D8-83C9-46F495A91A97}" srcOrd="0" destOrd="0" presId="urn:microsoft.com/office/officeart/2008/layout/LinedList"/>
    <dgm:cxn modelId="{6395FF0A-1AC4-442A-AD9A-D76777D4FE4D}" type="presParOf" srcId="{2EA3A670-D1AB-4F10-93AC-5CCFD4B52CFC}" destId="{E3B10ACE-CD05-4C51-A96D-E433028AFF39}" srcOrd="1" destOrd="0" presId="urn:microsoft.com/office/officeart/2008/layout/LinedList"/>
    <dgm:cxn modelId="{0791E580-75DF-4179-B592-22B0225A5E4F}" type="presParOf" srcId="{968EB0F5-B4CA-40BA-A6AB-27BE3ADFBEEA}" destId="{D1AC5BBD-1983-4CD3-A5B1-50A2DE675F4F}" srcOrd="16" destOrd="0" presId="urn:microsoft.com/office/officeart/2008/layout/LinedList"/>
    <dgm:cxn modelId="{63D9524E-B151-4905-8611-E259F305F0FA}" type="presParOf" srcId="{968EB0F5-B4CA-40BA-A6AB-27BE3ADFBEEA}" destId="{B23E2300-9BB5-4CE6-8BEF-39B61640F459}" srcOrd="17" destOrd="0" presId="urn:microsoft.com/office/officeart/2008/layout/LinedList"/>
    <dgm:cxn modelId="{6E9D75AD-4A7E-4261-A98B-A659D3BBCFAE}" type="presParOf" srcId="{B23E2300-9BB5-4CE6-8BEF-39B61640F459}" destId="{FCA82C39-8335-481D-BBB4-561753688048}" srcOrd="0" destOrd="0" presId="urn:microsoft.com/office/officeart/2008/layout/LinedList"/>
    <dgm:cxn modelId="{409472C4-3EE8-4278-A9B2-6E634770F2FF}" type="presParOf" srcId="{B23E2300-9BB5-4CE6-8BEF-39B61640F459}" destId="{80F8CA46-B277-453F-B7A1-04E75D87B4E3}" srcOrd="1" destOrd="0" presId="urn:microsoft.com/office/officeart/2008/layout/LinedList"/>
    <dgm:cxn modelId="{75C31428-AD4A-4E8C-ADBA-955B69480A7F}" type="presParOf" srcId="{968EB0F5-B4CA-40BA-A6AB-27BE3ADFBEEA}" destId="{32A90FBE-2889-4AC8-8F06-BAB7F06049A0}" srcOrd="18" destOrd="0" presId="urn:microsoft.com/office/officeart/2008/layout/LinedList"/>
    <dgm:cxn modelId="{D4B0D31E-B510-44A7-9CC7-A7C423F19CA8}" type="presParOf" srcId="{968EB0F5-B4CA-40BA-A6AB-27BE3ADFBEEA}" destId="{FFAC7216-A2D2-4C7B-AEFA-C7FC72F66DE9}" srcOrd="19" destOrd="0" presId="urn:microsoft.com/office/officeart/2008/layout/LinedList"/>
    <dgm:cxn modelId="{390A7AE0-7166-4694-98B8-303D8B53D390}" type="presParOf" srcId="{FFAC7216-A2D2-4C7B-AEFA-C7FC72F66DE9}" destId="{8F268991-D7C0-435A-97D3-C61054557717}" srcOrd="0" destOrd="0" presId="urn:microsoft.com/office/officeart/2008/layout/LinedList"/>
    <dgm:cxn modelId="{4A66D6CC-8606-4784-9253-F016EFD5B237}" type="presParOf" srcId="{FFAC7216-A2D2-4C7B-AEFA-C7FC72F66DE9}" destId="{37FB2B6D-EF3C-45C7-AD59-D81173C5DCE2}" srcOrd="1" destOrd="0" presId="urn:microsoft.com/office/officeart/2008/layout/LinedList"/>
    <dgm:cxn modelId="{EDAC76B5-D9A6-43A8-A057-AB2F6E692ACF}" type="presParOf" srcId="{968EB0F5-B4CA-40BA-A6AB-27BE3ADFBEEA}" destId="{A9789FC6-7D03-4349-BA24-759B508828FE}" srcOrd="20" destOrd="0" presId="urn:microsoft.com/office/officeart/2008/layout/LinedList"/>
    <dgm:cxn modelId="{5D39D93A-58FB-4A7B-8321-5088C232D9D0}" type="presParOf" srcId="{968EB0F5-B4CA-40BA-A6AB-27BE3ADFBEEA}" destId="{EB9914C8-1409-466B-A768-94AE92C25317}" srcOrd="21" destOrd="0" presId="urn:microsoft.com/office/officeart/2008/layout/LinedList"/>
    <dgm:cxn modelId="{BD9376E3-2926-4DCF-AED7-8C7F95B38197}" type="presParOf" srcId="{EB9914C8-1409-466B-A768-94AE92C25317}" destId="{1CD311BC-B433-450E-BBB1-DB743EB100D8}" srcOrd="0" destOrd="0" presId="urn:microsoft.com/office/officeart/2008/layout/LinedList"/>
    <dgm:cxn modelId="{836B6B84-0E3C-49B8-99A0-37B61AFDF386}" type="presParOf" srcId="{EB9914C8-1409-466B-A768-94AE92C25317}" destId="{541BF35A-DB7C-4633-9DD9-D067D6B232A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7548D90-C2A6-4C9E-AACB-A5F108DC0F9F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D086344-5BB0-4928-80E1-B7176BE63E2A}">
      <dgm:prSet/>
      <dgm:spPr/>
      <dgm:t>
        <a:bodyPr/>
        <a:lstStyle/>
        <a:p>
          <a:r>
            <a:rPr lang="en-US"/>
            <a:t>Comprehensive Financial Reports:</a:t>
          </a:r>
        </a:p>
      </dgm:t>
    </dgm:pt>
    <dgm:pt modelId="{A4ED8B68-30A2-451E-B668-3EDF0F006291}" type="parTrans" cxnId="{C2B293AF-0842-4C47-B639-E5EFAA046E0A}">
      <dgm:prSet/>
      <dgm:spPr/>
      <dgm:t>
        <a:bodyPr/>
        <a:lstStyle/>
        <a:p>
          <a:endParaRPr lang="en-US"/>
        </a:p>
      </dgm:t>
    </dgm:pt>
    <dgm:pt modelId="{4E783DFF-C1F2-4E33-8981-438C2D06E0D9}" type="sibTrans" cxnId="{C2B293AF-0842-4C47-B639-E5EFAA046E0A}">
      <dgm:prSet/>
      <dgm:spPr/>
      <dgm:t>
        <a:bodyPr/>
        <a:lstStyle/>
        <a:p>
          <a:endParaRPr lang="en-US"/>
        </a:p>
      </dgm:t>
    </dgm:pt>
    <dgm:pt modelId="{7D56E88B-7A83-4489-A39C-FB2992D4AED5}">
      <dgm:prSet/>
      <dgm:spPr/>
      <dgm:t>
        <a:bodyPr/>
        <a:lstStyle/>
        <a:p>
          <a:r>
            <a:rPr lang="en-US"/>
            <a:t>📊 Category-wise Spending: Pie charts and bar graphs</a:t>
          </a:r>
        </a:p>
      </dgm:t>
    </dgm:pt>
    <dgm:pt modelId="{02DEFA00-3D03-4DF7-80C1-0157C813172E}" type="parTrans" cxnId="{794DC4CF-9206-46CB-B2C8-9354197A881C}">
      <dgm:prSet/>
      <dgm:spPr/>
      <dgm:t>
        <a:bodyPr/>
        <a:lstStyle/>
        <a:p>
          <a:endParaRPr lang="en-US"/>
        </a:p>
      </dgm:t>
    </dgm:pt>
    <dgm:pt modelId="{FCEDC117-CE20-4AF6-BFED-50085C6EE273}" type="sibTrans" cxnId="{794DC4CF-9206-46CB-B2C8-9354197A881C}">
      <dgm:prSet/>
      <dgm:spPr/>
      <dgm:t>
        <a:bodyPr/>
        <a:lstStyle/>
        <a:p>
          <a:endParaRPr lang="en-US"/>
        </a:p>
      </dgm:t>
    </dgm:pt>
    <dgm:pt modelId="{CE55BB4A-B2B6-4846-A6FA-7789695608AA}">
      <dgm:prSet/>
      <dgm:spPr/>
      <dgm:t>
        <a:bodyPr/>
        <a:lstStyle/>
        <a:p>
          <a:r>
            <a:rPr lang="en-US"/>
            <a:t>📈 Monthly Trends: Income vs expense line charts</a:t>
          </a:r>
        </a:p>
      </dgm:t>
    </dgm:pt>
    <dgm:pt modelId="{D59A3EDC-F763-45D1-9E87-2407DDE97D18}" type="parTrans" cxnId="{29E7963D-CF27-455B-A331-50B597577E4F}">
      <dgm:prSet/>
      <dgm:spPr/>
      <dgm:t>
        <a:bodyPr/>
        <a:lstStyle/>
        <a:p>
          <a:endParaRPr lang="en-US"/>
        </a:p>
      </dgm:t>
    </dgm:pt>
    <dgm:pt modelId="{56F78F47-21DA-49A0-B198-D2C6CBF597E6}" type="sibTrans" cxnId="{29E7963D-CF27-455B-A331-50B597577E4F}">
      <dgm:prSet/>
      <dgm:spPr/>
      <dgm:t>
        <a:bodyPr/>
        <a:lstStyle/>
        <a:p>
          <a:endParaRPr lang="en-US"/>
        </a:p>
      </dgm:t>
    </dgm:pt>
    <dgm:pt modelId="{25938B8B-55C0-4E2C-A8CF-32991F7CAB81}">
      <dgm:prSet/>
      <dgm:spPr/>
      <dgm:t>
        <a:bodyPr/>
        <a:lstStyle/>
        <a:p>
          <a:r>
            <a:rPr lang="en-US"/>
            <a:t>💰 Financial Overview: Total income, expenses, net balance</a:t>
          </a:r>
        </a:p>
      </dgm:t>
    </dgm:pt>
    <dgm:pt modelId="{11AF02F1-B586-4DEE-A4F4-2208746E5F92}" type="parTrans" cxnId="{5D9C7EC8-553E-40DF-A947-9E9F8E6BA542}">
      <dgm:prSet/>
      <dgm:spPr/>
      <dgm:t>
        <a:bodyPr/>
        <a:lstStyle/>
        <a:p>
          <a:endParaRPr lang="en-US"/>
        </a:p>
      </dgm:t>
    </dgm:pt>
    <dgm:pt modelId="{C58AD5D4-D7D5-4BE2-8533-31E4A64BE991}" type="sibTrans" cxnId="{5D9C7EC8-553E-40DF-A947-9E9F8E6BA542}">
      <dgm:prSet/>
      <dgm:spPr/>
      <dgm:t>
        <a:bodyPr/>
        <a:lstStyle/>
        <a:p>
          <a:endParaRPr lang="en-US"/>
        </a:p>
      </dgm:t>
    </dgm:pt>
    <dgm:pt modelId="{9A2A6251-697F-4F0C-B690-E5B065B7164A}">
      <dgm:prSet/>
      <dgm:spPr/>
      <dgm:t>
        <a:bodyPr/>
        <a:lstStyle/>
        <a:p>
          <a:r>
            <a:rPr lang="en-US"/>
            <a:t>🔍 Time Period Filters: 30/90 days, monthly, yearly, all-time</a:t>
          </a:r>
        </a:p>
      </dgm:t>
    </dgm:pt>
    <dgm:pt modelId="{39FF9476-6205-42FA-977D-2B8C6D9340F9}" type="parTrans" cxnId="{CA6B6CEE-97C8-4CC8-A938-4E1C3AC1F040}">
      <dgm:prSet/>
      <dgm:spPr/>
      <dgm:t>
        <a:bodyPr/>
        <a:lstStyle/>
        <a:p>
          <a:endParaRPr lang="en-US"/>
        </a:p>
      </dgm:t>
    </dgm:pt>
    <dgm:pt modelId="{36C11B54-24BA-43A4-A778-656DE64B8666}" type="sibTrans" cxnId="{CA6B6CEE-97C8-4CC8-A938-4E1C3AC1F040}">
      <dgm:prSet/>
      <dgm:spPr/>
      <dgm:t>
        <a:bodyPr/>
        <a:lstStyle/>
        <a:p>
          <a:endParaRPr lang="en-US"/>
        </a:p>
      </dgm:t>
    </dgm:pt>
    <dgm:pt modelId="{96A645C2-FC22-4D47-82C2-F4E33BB1B624}">
      <dgm:prSet/>
      <dgm:spPr/>
      <dgm:t>
        <a:bodyPr/>
        <a:lstStyle/>
        <a:p>
          <a:r>
            <a:rPr lang="en-US"/>
            <a:t>📋 Transaction History: Searchable and sortable tables</a:t>
          </a:r>
        </a:p>
      </dgm:t>
    </dgm:pt>
    <dgm:pt modelId="{C3FAE5EB-CC26-4C28-9FC9-7125703C709C}" type="parTrans" cxnId="{5903E6DB-7894-40E9-AC9B-CFE289676001}">
      <dgm:prSet/>
      <dgm:spPr/>
      <dgm:t>
        <a:bodyPr/>
        <a:lstStyle/>
        <a:p>
          <a:endParaRPr lang="en-US"/>
        </a:p>
      </dgm:t>
    </dgm:pt>
    <dgm:pt modelId="{F1922E14-1B91-46BB-881F-A05F04549EA7}" type="sibTrans" cxnId="{5903E6DB-7894-40E9-AC9B-CFE289676001}">
      <dgm:prSet/>
      <dgm:spPr/>
      <dgm:t>
        <a:bodyPr/>
        <a:lstStyle/>
        <a:p>
          <a:endParaRPr lang="en-US"/>
        </a:p>
      </dgm:t>
    </dgm:pt>
    <dgm:pt modelId="{5BF41DF8-A790-4D66-AEE0-50351AF23F13}">
      <dgm:prSet/>
      <dgm:spPr/>
      <dgm:t>
        <a:bodyPr/>
        <a:lstStyle/>
        <a:p>
          <a:r>
            <a:rPr lang="en-US"/>
            <a:t>Data Visualization:</a:t>
          </a:r>
        </a:p>
      </dgm:t>
    </dgm:pt>
    <dgm:pt modelId="{5F1E7004-CCED-4F3F-A266-E173EBCAD8BC}" type="parTrans" cxnId="{B8C20E0F-9B7F-4E95-A1AF-9506F830897A}">
      <dgm:prSet/>
      <dgm:spPr/>
      <dgm:t>
        <a:bodyPr/>
        <a:lstStyle/>
        <a:p>
          <a:endParaRPr lang="en-US"/>
        </a:p>
      </dgm:t>
    </dgm:pt>
    <dgm:pt modelId="{F7881104-D37A-4797-9747-E1DFD0631EA5}" type="sibTrans" cxnId="{B8C20E0F-9B7F-4E95-A1AF-9506F830897A}">
      <dgm:prSet/>
      <dgm:spPr/>
      <dgm:t>
        <a:bodyPr/>
        <a:lstStyle/>
        <a:p>
          <a:endParaRPr lang="en-US"/>
        </a:p>
      </dgm:t>
    </dgm:pt>
    <dgm:pt modelId="{007F3881-EFC2-4C29-9644-F2C94AD00429}">
      <dgm:prSet/>
      <dgm:spPr/>
      <dgm:t>
        <a:bodyPr/>
        <a:lstStyle/>
        <a:p>
          <a:r>
            <a:rPr lang="en-US"/>
            <a:t>Interactive Plotly charts</a:t>
          </a:r>
        </a:p>
      </dgm:t>
    </dgm:pt>
    <dgm:pt modelId="{2D8CF80A-9519-4B01-9D40-380FD7865A26}" type="parTrans" cxnId="{F76A2486-EDA7-4DE9-8DB1-C6E1F0D7867A}">
      <dgm:prSet/>
      <dgm:spPr/>
      <dgm:t>
        <a:bodyPr/>
        <a:lstStyle/>
        <a:p>
          <a:endParaRPr lang="en-US"/>
        </a:p>
      </dgm:t>
    </dgm:pt>
    <dgm:pt modelId="{27A1B82C-581A-459F-B161-F8FCB90D9416}" type="sibTrans" cxnId="{F76A2486-EDA7-4DE9-8DB1-C6E1F0D7867A}">
      <dgm:prSet/>
      <dgm:spPr/>
      <dgm:t>
        <a:bodyPr/>
        <a:lstStyle/>
        <a:p>
          <a:endParaRPr lang="en-US"/>
        </a:p>
      </dgm:t>
    </dgm:pt>
    <dgm:pt modelId="{8655473C-492C-4E1B-AEF0-7398767B1332}">
      <dgm:prSet/>
      <dgm:spPr/>
      <dgm:t>
        <a:bodyPr/>
        <a:lstStyle/>
        <a:p>
          <a:r>
            <a:rPr lang="en-US"/>
            <a:t>Responsive design</a:t>
          </a:r>
        </a:p>
      </dgm:t>
    </dgm:pt>
    <dgm:pt modelId="{DD73166A-EBAA-4D05-A14F-4F4A87A9D25D}" type="parTrans" cxnId="{9B54C23F-74FA-436C-A1F1-EC457BD1972E}">
      <dgm:prSet/>
      <dgm:spPr/>
      <dgm:t>
        <a:bodyPr/>
        <a:lstStyle/>
        <a:p>
          <a:endParaRPr lang="en-US"/>
        </a:p>
      </dgm:t>
    </dgm:pt>
    <dgm:pt modelId="{CF380D0A-C177-45BA-9114-B4BE8EDCE640}" type="sibTrans" cxnId="{9B54C23F-74FA-436C-A1F1-EC457BD1972E}">
      <dgm:prSet/>
      <dgm:spPr/>
      <dgm:t>
        <a:bodyPr/>
        <a:lstStyle/>
        <a:p>
          <a:endParaRPr lang="en-US"/>
        </a:p>
      </dgm:t>
    </dgm:pt>
    <dgm:pt modelId="{BDEC2444-76A7-4777-BE2D-FFD58D2B45EB}">
      <dgm:prSet/>
      <dgm:spPr/>
      <dgm:t>
        <a:bodyPr/>
        <a:lstStyle/>
        <a:p>
          <a:r>
            <a:rPr lang="en-US"/>
            <a:t>Real-time data updates</a:t>
          </a:r>
        </a:p>
      </dgm:t>
    </dgm:pt>
    <dgm:pt modelId="{B3D0F563-EA2E-4D9C-8693-32B840523AA2}" type="parTrans" cxnId="{9EB53E58-6E7C-4D6F-9B0F-D506430C8380}">
      <dgm:prSet/>
      <dgm:spPr/>
      <dgm:t>
        <a:bodyPr/>
        <a:lstStyle/>
        <a:p>
          <a:endParaRPr lang="en-US"/>
        </a:p>
      </dgm:t>
    </dgm:pt>
    <dgm:pt modelId="{6A929679-6482-4B95-9591-C67621802A15}" type="sibTrans" cxnId="{9EB53E58-6E7C-4D6F-9B0F-D506430C8380}">
      <dgm:prSet/>
      <dgm:spPr/>
      <dgm:t>
        <a:bodyPr/>
        <a:lstStyle/>
        <a:p>
          <a:endParaRPr lang="en-US"/>
        </a:p>
      </dgm:t>
    </dgm:pt>
    <dgm:pt modelId="{E7ED2CF0-9AD2-4425-ABC8-691D2DE64738}">
      <dgm:prSet/>
      <dgm:spPr/>
      <dgm:t>
        <a:bodyPr/>
        <a:lstStyle/>
        <a:p>
          <a:r>
            <a:rPr lang="en-US"/>
            <a:t>Export-ready formats</a:t>
          </a:r>
        </a:p>
      </dgm:t>
    </dgm:pt>
    <dgm:pt modelId="{250F13E1-347C-4336-887B-797AC3D1C751}" type="parTrans" cxnId="{4C2E532A-C231-461B-999D-1598C47512F5}">
      <dgm:prSet/>
      <dgm:spPr/>
      <dgm:t>
        <a:bodyPr/>
        <a:lstStyle/>
        <a:p>
          <a:endParaRPr lang="en-US"/>
        </a:p>
      </dgm:t>
    </dgm:pt>
    <dgm:pt modelId="{ECA8AC46-166A-451A-8162-15CF9FABC91B}" type="sibTrans" cxnId="{4C2E532A-C231-461B-999D-1598C47512F5}">
      <dgm:prSet/>
      <dgm:spPr/>
      <dgm:t>
        <a:bodyPr/>
        <a:lstStyle/>
        <a:p>
          <a:endParaRPr lang="en-US"/>
        </a:p>
      </dgm:t>
    </dgm:pt>
    <dgm:pt modelId="{DEB2510A-5CF4-4EFE-9A0D-4DFEC3685883}" type="pres">
      <dgm:prSet presAssocID="{27548D90-C2A6-4C9E-AACB-A5F108DC0F9F}" presName="Name0" presStyleCnt="0">
        <dgm:presLayoutVars>
          <dgm:dir/>
          <dgm:resizeHandles val="exact"/>
        </dgm:presLayoutVars>
      </dgm:prSet>
      <dgm:spPr/>
    </dgm:pt>
    <dgm:pt modelId="{AB36DC34-B2F4-4FFA-8BB4-15DB3BF37B97}" type="pres">
      <dgm:prSet presAssocID="{4D086344-5BB0-4928-80E1-B7176BE63E2A}" presName="node" presStyleLbl="node1" presStyleIdx="0" presStyleCnt="11">
        <dgm:presLayoutVars>
          <dgm:bulletEnabled val="1"/>
        </dgm:presLayoutVars>
      </dgm:prSet>
      <dgm:spPr/>
    </dgm:pt>
    <dgm:pt modelId="{7085A1ED-6B44-4195-8CA4-BEB7001ED86E}" type="pres">
      <dgm:prSet presAssocID="{4E783DFF-C1F2-4E33-8981-438C2D06E0D9}" presName="sibTrans" presStyleLbl="sibTrans1D1" presStyleIdx="0" presStyleCnt="10"/>
      <dgm:spPr/>
    </dgm:pt>
    <dgm:pt modelId="{3CC3AC0C-824A-4697-A12F-A779B308139D}" type="pres">
      <dgm:prSet presAssocID="{4E783DFF-C1F2-4E33-8981-438C2D06E0D9}" presName="connectorText" presStyleLbl="sibTrans1D1" presStyleIdx="0" presStyleCnt="10"/>
      <dgm:spPr/>
    </dgm:pt>
    <dgm:pt modelId="{D9D7A57F-8BA7-4FB5-B76F-5F505C6F02DC}" type="pres">
      <dgm:prSet presAssocID="{7D56E88B-7A83-4489-A39C-FB2992D4AED5}" presName="node" presStyleLbl="node1" presStyleIdx="1" presStyleCnt="11">
        <dgm:presLayoutVars>
          <dgm:bulletEnabled val="1"/>
        </dgm:presLayoutVars>
      </dgm:prSet>
      <dgm:spPr/>
    </dgm:pt>
    <dgm:pt modelId="{CC37D279-E9E2-4D57-A5E6-2294E781D9E1}" type="pres">
      <dgm:prSet presAssocID="{FCEDC117-CE20-4AF6-BFED-50085C6EE273}" presName="sibTrans" presStyleLbl="sibTrans1D1" presStyleIdx="1" presStyleCnt="10"/>
      <dgm:spPr/>
    </dgm:pt>
    <dgm:pt modelId="{FF2BFCB8-903C-4380-9174-9F85C17B6FD5}" type="pres">
      <dgm:prSet presAssocID="{FCEDC117-CE20-4AF6-BFED-50085C6EE273}" presName="connectorText" presStyleLbl="sibTrans1D1" presStyleIdx="1" presStyleCnt="10"/>
      <dgm:spPr/>
    </dgm:pt>
    <dgm:pt modelId="{681A5694-A795-40F2-8A1D-1AEC75C13D90}" type="pres">
      <dgm:prSet presAssocID="{CE55BB4A-B2B6-4846-A6FA-7789695608AA}" presName="node" presStyleLbl="node1" presStyleIdx="2" presStyleCnt="11">
        <dgm:presLayoutVars>
          <dgm:bulletEnabled val="1"/>
        </dgm:presLayoutVars>
      </dgm:prSet>
      <dgm:spPr/>
    </dgm:pt>
    <dgm:pt modelId="{A9390611-00C7-4A22-A396-C5A3102462D1}" type="pres">
      <dgm:prSet presAssocID="{56F78F47-21DA-49A0-B198-D2C6CBF597E6}" presName="sibTrans" presStyleLbl="sibTrans1D1" presStyleIdx="2" presStyleCnt="10"/>
      <dgm:spPr/>
    </dgm:pt>
    <dgm:pt modelId="{A4F60564-5EF7-45F0-AD6D-70F33A6F8D44}" type="pres">
      <dgm:prSet presAssocID="{56F78F47-21DA-49A0-B198-D2C6CBF597E6}" presName="connectorText" presStyleLbl="sibTrans1D1" presStyleIdx="2" presStyleCnt="10"/>
      <dgm:spPr/>
    </dgm:pt>
    <dgm:pt modelId="{10F4CCF3-532E-4AC0-8B8D-18F81964AEB9}" type="pres">
      <dgm:prSet presAssocID="{25938B8B-55C0-4E2C-A8CF-32991F7CAB81}" presName="node" presStyleLbl="node1" presStyleIdx="3" presStyleCnt="11">
        <dgm:presLayoutVars>
          <dgm:bulletEnabled val="1"/>
        </dgm:presLayoutVars>
      </dgm:prSet>
      <dgm:spPr/>
    </dgm:pt>
    <dgm:pt modelId="{BA510D74-DACF-44F6-8E0C-F1D1C1AC5AE0}" type="pres">
      <dgm:prSet presAssocID="{C58AD5D4-D7D5-4BE2-8533-31E4A64BE991}" presName="sibTrans" presStyleLbl="sibTrans1D1" presStyleIdx="3" presStyleCnt="10"/>
      <dgm:spPr/>
    </dgm:pt>
    <dgm:pt modelId="{5EC26ED8-6C43-44F3-81DE-C055FCEC7379}" type="pres">
      <dgm:prSet presAssocID="{C58AD5D4-D7D5-4BE2-8533-31E4A64BE991}" presName="connectorText" presStyleLbl="sibTrans1D1" presStyleIdx="3" presStyleCnt="10"/>
      <dgm:spPr/>
    </dgm:pt>
    <dgm:pt modelId="{BA8289E7-C965-4AD2-9157-134878482C07}" type="pres">
      <dgm:prSet presAssocID="{9A2A6251-697F-4F0C-B690-E5B065B7164A}" presName="node" presStyleLbl="node1" presStyleIdx="4" presStyleCnt="11">
        <dgm:presLayoutVars>
          <dgm:bulletEnabled val="1"/>
        </dgm:presLayoutVars>
      </dgm:prSet>
      <dgm:spPr/>
    </dgm:pt>
    <dgm:pt modelId="{591748D8-3EFF-4C55-B057-2413F6AE638F}" type="pres">
      <dgm:prSet presAssocID="{36C11B54-24BA-43A4-A778-656DE64B8666}" presName="sibTrans" presStyleLbl="sibTrans1D1" presStyleIdx="4" presStyleCnt="10"/>
      <dgm:spPr/>
    </dgm:pt>
    <dgm:pt modelId="{D1E19B66-25E3-48BB-8413-020E1E91FB65}" type="pres">
      <dgm:prSet presAssocID="{36C11B54-24BA-43A4-A778-656DE64B8666}" presName="connectorText" presStyleLbl="sibTrans1D1" presStyleIdx="4" presStyleCnt="10"/>
      <dgm:spPr/>
    </dgm:pt>
    <dgm:pt modelId="{8489D897-6082-42F7-9EEF-5A1D843581B5}" type="pres">
      <dgm:prSet presAssocID="{96A645C2-FC22-4D47-82C2-F4E33BB1B624}" presName="node" presStyleLbl="node1" presStyleIdx="5" presStyleCnt="11">
        <dgm:presLayoutVars>
          <dgm:bulletEnabled val="1"/>
        </dgm:presLayoutVars>
      </dgm:prSet>
      <dgm:spPr/>
    </dgm:pt>
    <dgm:pt modelId="{D51B646D-483A-40E0-B273-C4B87BA56324}" type="pres">
      <dgm:prSet presAssocID="{F1922E14-1B91-46BB-881F-A05F04549EA7}" presName="sibTrans" presStyleLbl="sibTrans1D1" presStyleIdx="5" presStyleCnt="10"/>
      <dgm:spPr/>
    </dgm:pt>
    <dgm:pt modelId="{62A5D180-0EC9-4423-A525-040C465E81F4}" type="pres">
      <dgm:prSet presAssocID="{F1922E14-1B91-46BB-881F-A05F04549EA7}" presName="connectorText" presStyleLbl="sibTrans1D1" presStyleIdx="5" presStyleCnt="10"/>
      <dgm:spPr/>
    </dgm:pt>
    <dgm:pt modelId="{18040B37-0D2F-4C8B-A3D0-6E9839CF5C15}" type="pres">
      <dgm:prSet presAssocID="{5BF41DF8-A790-4D66-AEE0-50351AF23F13}" presName="node" presStyleLbl="node1" presStyleIdx="6" presStyleCnt="11">
        <dgm:presLayoutVars>
          <dgm:bulletEnabled val="1"/>
        </dgm:presLayoutVars>
      </dgm:prSet>
      <dgm:spPr/>
    </dgm:pt>
    <dgm:pt modelId="{D6B0A276-4ACE-4B41-8C90-5A68FC32801A}" type="pres">
      <dgm:prSet presAssocID="{F7881104-D37A-4797-9747-E1DFD0631EA5}" presName="sibTrans" presStyleLbl="sibTrans1D1" presStyleIdx="6" presStyleCnt="10"/>
      <dgm:spPr/>
    </dgm:pt>
    <dgm:pt modelId="{0CD5F8CC-013F-4278-88D1-A56F6B32F94B}" type="pres">
      <dgm:prSet presAssocID="{F7881104-D37A-4797-9747-E1DFD0631EA5}" presName="connectorText" presStyleLbl="sibTrans1D1" presStyleIdx="6" presStyleCnt="10"/>
      <dgm:spPr/>
    </dgm:pt>
    <dgm:pt modelId="{3E5C9E27-1750-4EA5-9944-AA7EAC79D86F}" type="pres">
      <dgm:prSet presAssocID="{007F3881-EFC2-4C29-9644-F2C94AD00429}" presName="node" presStyleLbl="node1" presStyleIdx="7" presStyleCnt="11">
        <dgm:presLayoutVars>
          <dgm:bulletEnabled val="1"/>
        </dgm:presLayoutVars>
      </dgm:prSet>
      <dgm:spPr/>
    </dgm:pt>
    <dgm:pt modelId="{09F40DD9-EA21-4585-B164-F001398514F1}" type="pres">
      <dgm:prSet presAssocID="{27A1B82C-581A-459F-B161-F8FCB90D9416}" presName="sibTrans" presStyleLbl="sibTrans1D1" presStyleIdx="7" presStyleCnt="10"/>
      <dgm:spPr/>
    </dgm:pt>
    <dgm:pt modelId="{8FD3F83B-5D89-4367-8AA8-EB9549D0CD1B}" type="pres">
      <dgm:prSet presAssocID="{27A1B82C-581A-459F-B161-F8FCB90D9416}" presName="connectorText" presStyleLbl="sibTrans1D1" presStyleIdx="7" presStyleCnt="10"/>
      <dgm:spPr/>
    </dgm:pt>
    <dgm:pt modelId="{28E273F1-BDB7-4435-A900-14F1B62A94B2}" type="pres">
      <dgm:prSet presAssocID="{8655473C-492C-4E1B-AEF0-7398767B1332}" presName="node" presStyleLbl="node1" presStyleIdx="8" presStyleCnt="11">
        <dgm:presLayoutVars>
          <dgm:bulletEnabled val="1"/>
        </dgm:presLayoutVars>
      </dgm:prSet>
      <dgm:spPr/>
    </dgm:pt>
    <dgm:pt modelId="{41B25AFA-0EDF-48FF-8412-BB6A580F67D0}" type="pres">
      <dgm:prSet presAssocID="{CF380D0A-C177-45BA-9114-B4BE8EDCE640}" presName="sibTrans" presStyleLbl="sibTrans1D1" presStyleIdx="8" presStyleCnt="10"/>
      <dgm:spPr/>
    </dgm:pt>
    <dgm:pt modelId="{216F5AF2-FEBE-4FEF-8BC1-75DB72C15C69}" type="pres">
      <dgm:prSet presAssocID="{CF380D0A-C177-45BA-9114-B4BE8EDCE640}" presName="connectorText" presStyleLbl="sibTrans1D1" presStyleIdx="8" presStyleCnt="10"/>
      <dgm:spPr/>
    </dgm:pt>
    <dgm:pt modelId="{1FA045A1-FBF9-4E71-8272-3F41B469A7FF}" type="pres">
      <dgm:prSet presAssocID="{BDEC2444-76A7-4777-BE2D-FFD58D2B45EB}" presName="node" presStyleLbl="node1" presStyleIdx="9" presStyleCnt="11">
        <dgm:presLayoutVars>
          <dgm:bulletEnabled val="1"/>
        </dgm:presLayoutVars>
      </dgm:prSet>
      <dgm:spPr/>
    </dgm:pt>
    <dgm:pt modelId="{97589D5E-49D5-4BC6-AE15-8DC6C66F7E34}" type="pres">
      <dgm:prSet presAssocID="{6A929679-6482-4B95-9591-C67621802A15}" presName="sibTrans" presStyleLbl="sibTrans1D1" presStyleIdx="9" presStyleCnt="10"/>
      <dgm:spPr/>
    </dgm:pt>
    <dgm:pt modelId="{B10A7CB7-3AB4-42A3-A94A-4284B7F84AA4}" type="pres">
      <dgm:prSet presAssocID="{6A929679-6482-4B95-9591-C67621802A15}" presName="connectorText" presStyleLbl="sibTrans1D1" presStyleIdx="9" presStyleCnt="10"/>
      <dgm:spPr/>
    </dgm:pt>
    <dgm:pt modelId="{AABBA007-16A1-40D3-8B43-FA1FC5CAAEA3}" type="pres">
      <dgm:prSet presAssocID="{E7ED2CF0-9AD2-4425-ABC8-691D2DE64738}" presName="node" presStyleLbl="node1" presStyleIdx="10" presStyleCnt="11">
        <dgm:presLayoutVars>
          <dgm:bulletEnabled val="1"/>
        </dgm:presLayoutVars>
      </dgm:prSet>
      <dgm:spPr/>
    </dgm:pt>
  </dgm:ptLst>
  <dgm:cxnLst>
    <dgm:cxn modelId="{1D039003-D3B8-4137-B74E-682A134E40F9}" type="presOf" srcId="{96A645C2-FC22-4D47-82C2-F4E33BB1B624}" destId="{8489D897-6082-42F7-9EEF-5A1D843581B5}" srcOrd="0" destOrd="0" presId="urn:microsoft.com/office/officeart/2016/7/layout/RepeatingBendingProcessNew"/>
    <dgm:cxn modelId="{851DFD09-A460-448E-A5B0-7094DA625D7F}" type="presOf" srcId="{F7881104-D37A-4797-9747-E1DFD0631EA5}" destId="{D6B0A276-4ACE-4B41-8C90-5A68FC32801A}" srcOrd="0" destOrd="0" presId="urn:microsoft.com/office/officeart/2016/7/layout/RepeatingBendingProcessNew"/>
    <dgm:cxn modelId="{7145350A-B1F2-4374-A331-B746F405C2B8}" type="presOf" srcId="{CF380D0A-C177-45BA-9114-B4BE8EDCE640}" destId="{216F5AF2-FEBE-4FEF-8BC1-75DB72C15C69}" srcOrd="1" destOrd="0" presId="urn:microsoft.com/office/officeart/2016/7/layout/RepeatingBendingProcessNew"/>
    <dgm:cxn modelId="{B8C20E0F-9B7F-4E95-A1AF-9506F830897A}" srcId="{27548D90-C2A6-4C9E-AACB-A5F108DC0F9F}" destId="{5BF41DF8-A790-4D66-AEE0-50351AF23F13}" srcOrd="6" destOrd="0" parTransId="{5F1E7004-CCED-4F3F-A266-E173EBCAD8BC}" sibTransId="{F7881104-D37A-4797-9747-E1DFD0631EA5}"/>
    <dgm:cxn modelId="{D16EBF16-0065-457B-A33A-06CDC4892035}" type="presOf" srcId="{C58AD5D4-D7D5-4BE2-8533-31E4A64BE991}" destId="{BA510D74-DACF-44F6-8E0C-F1D1C1AC5AE0}" srcOrd="0" destOrd="0" presId="urn:microsoft.com/office/officeart/2016/7/layout/RepeatingBendingProcessNew"/>
    <dgm:cxn modelId="{9F1CCC19-760C-46A9-B176-FB4E680DBDD3}" type="presOf" srcId="{007F3881-EFC2-4C29-9644-F2C94AD00429}" destId="{3E5C9E27-1750-4EA5-9944-AA7EAC79D86F}" srcOrd="0" destOrd="0" presId="urn:microsoft.com/office/officeart/2016/7/layout/RepeatingBendingProcessNew"/>
    <dgm:cxn modelId="{17D3C026-7D28-4499-AA5C-658484BEDB85}" type="presOf" srcId="{56F78F47-21DA-49A0-B198-D2C6CBF597E6}" destId="{A4F60564-5EF7-45F0-AD6D-70F33A6F8D44}" srcOrd="1" destOrd="0" presId="urn:microsoft.com/office/officeart/2016/7/layout/RepeatingBendingProcessNew"/>
    <dgm:cxn modelId="{4C2E532A-C231-461B-999D-1598C47512F5}" srcId="{27548D90-C2A6-4C9E-AACB-A5F108DC0F9F}" destId="{E7ED2CF0-9AD2-4425-ABC8-691D2DE64738}" srcOrd="10" destOrd="0" parTransId="{250F13E1-347C-4336-887B-797AC3D1C751}" sibTransId="{ECA8AC46-166A-451A-8162-15CF9FABC91B}"/>
    <dgm:cxn modelId="{29E7963D-CF27-455B-A331-50B597577E4F}" srcId="{27548D90-C2A6-4C9E-AACB-A5F108DC0F9F}" destId="{CE55BB4A-B2B6-4846-A6FA-7789695608AA}" srcOrd="2" destOrd="0" parTransId="{D59A3EDC-F763-45D1-9E87-2407DDE97D18}" sibTransId="{56F78F47-21DA-49A0-B198-D2C6CBF597E6}"/>
    <dgm:cxn modelId="{0B49293F-9F55-41D0-9E14-43F988C10FA4}" type="presOf" srcId="{27548D90-C2A6-4C9E-AACB-A5F108DC0F9F}" destId="{DEB2510A-5CF4-4EFE-9A0D-4DFEC3685883}" srcOrd="0" destOrd="0" presId="urn:microsoft.com/office/officeart/2016/7/layout/RepeatingBendingProcessNew"/>
    <dgm:cxn modelId="{9B54C23F-74FA-436C-A1F1-EC457BD1972E}" srcId="{27548D90-C2A6-4C9E-AACB-A5F108DC0F9F}" destId="{8655473C-492C-4E1B-AEF0-7398767B1332}" srcOrd="8" destOrd="0" parTransId="{DD73166A-EBAA-4D05-A14F-4F4A87A9D25D}" sibTransId="{CF380D0A-C177-45BA-9114-B4BE8EDCE640}"/>
    <dgm:cxn modelId="{E64F105E-F105-44CD-B585-D7297F83D39D}" type="presOf" srcId="{5BF41DF8-A790-4D66-AEE0-50351AF23F13}" destId="{18040B37-0D2F-4C8B-A3D0-6E9839CF5C15}" srcOrd="0" destOrd="0" presId="urn:microsoft.com/office/officeart/2016/7/layout/RepeatingBendingProcessNew"/>
    <dgm:cxn modelId="{04F60943-B216-4A02-9E2A-91D9A7ECA0D8}" type="presOf" srcId="{F1922E14-1B91-46BB-881F-A05F04549EA7}" destId="{D51B646D-483A-40E0-B273-C4B87BA56324}" srcOrd="0" destOrd="0" presId="urn:microsoft.com/office/officeart/2016/7/layout/RepeatingBendingProcessNew"/>
    <dgm:cxn modelId="{D35A2344-D8FF-4B7E-84BD-1385D3E67DFE}" type="presOf" srcId="{25938B8B-55C0-4E2C-A8CF-32991F7CAB81}" destId="{10F4CCF3-532E-4AC0-8B8D-18F81964AEB9}" srcOrd="0" destOrd="0" presId="urn:microsoft.com/office/officeart/2016/7/layout/RepeatingBendingProcessNew"/>
    <dgm:cxn modelId="{E30BF766-80E5-4EDC-81B8-7DE71116D042}" type="presOf" srcId="{8655473C-492C-4E1B-AEF0-7398767B1332}" destId="{28E273F1-BDB7-4435-A900-14F1B62A94B2}" srcOrd="0" destOrd="0" presId="urn:microsoft.com/office/officeart/2016/7/layout/RepeatingBendingProcessNew"/>
    <dgm:cxn modelId="{FE682368-0C7C-43B6-8897-5E1F8BE973A2}" type="presOf" srcId="{FCEDC117-CE20-4AF6-BFED-50085C6EE273}" destId="{FF2BFCB8-903C-4380-9174-9F85C17B6FD5}" srcOrd="1" destOrd="0" presId="urn:microsoft.com/office/officeart/2016/7/layout/RepeatingBendingProcessNew"/>
    <dgm:cxn modelId="{D90F6568-E5A3-4BCF-BCD6-94665C1A7E7E}" type="presOf" srcId="{CF380D0A-C177-45BA-9114-B4BE8EDCE640}" destId="{41B25AFA-0EDF-48FF-8412-BB6A580F67D0}" srcOrd="0" destOrd="0" presId="urn:microsoft.com/office/officeart/2016/7/layout/RepeatingBendingProcessNew"/>
    <dgm:cxn modelId="{D5D5696B-617D-4E48-8A44-81A2E9A99061}" type="presOf" srcId="{6A929679-6482-4B95-9591-C67621802A15}" destId="{B10A7CB7-3AB4-42A3-A94A-4284B7F84AA4}" srcOrd="1" destOrd="0" presId="urn:microsoft.com/office/officeart/2016/7/layout/RepeatingBendingProcessNew"/>
    <dgm:cxn modelId="{BD449070-CABB-4ED2-8118-13FAE55D9547}" type="presOf" srcId="{56F78F47-21DA-49A0-B198-D2C6CBF597E6}" destId="{A9390611-00C7-4A22-A396-C5A3102462D1}" srcOrd="0" destOrd="0" presId="urn:microsoft.com/office/officeart/2016/7/layout/RepeatingBendingProcessNew"/>
    <dgm:cxn modelId="{9EB53E58-6E7C-4D6F-9B0F-D506430C8380}" srcId="{27548D90-C2A6-4C9E-AACB-A5F108DC0F9F}" destId="{BDEC2444-76A7-4777-BE2D-FFD58D2B45EB}" srcOrd="9" destOrd="0" parTransId="{B3D0F563-EA2E-4D9C-8693-32B840523AA2}" sibTransId="{6A929679-6482-4B95-9591-C67621802A15}"/>
    <dgm:cxn modelId="{D992FC84-8D34-473A-9DFB-42008B10B08A}" type="presOf" srcId="{7D56E88B-7A83-4489-A39C-FB2992D4AED5}" destId="{D9D7A57F-8BA7-4FB5-B76F-5F505C6F02DC}" srcOrd="0" destOrd="0" presId="urn:microsoft.com/office/officeart/2016/7/layout/RepeatingBendingProcessNew"/>
    <dgm:cxn modelId="{D1E6B485-0797-435E-856D-333745D47B11}" type="presOf" srcId="{BDEC2444-76A7-4777-BE2D-FFD58D2B45EB}" destId="{1FA045A1-FBF9-4E71-8272-3F41B469A7FF}" srcOrd="0" destOrd="0" presId="urn:microsoft.com/office/officeart/2016/7/layout/RepeatingBendingProcessNew"/>
    <dgm:cxn modelId="{F76A2486-EDA7-4DE9-8DB1-C6E1F0D7867A}" srcId="{27548D90-C2A6-4C9E-AACB-A5F108DC0F9F}" destId="{007F3881-EFC2-4C29-9644-F2C94AD00429}" srcOrd="7" destOrd="0" parTransId="{2D8CF80A-9519-4B01-9D40-380FD7865A26}" sibTransId="{27A1B82C-581A-459F-B161-F8FCB90D9416}"/>
    <dgm:cxn modelId="{DC60359B-F8F3-4C9C-B676-FC02AC68674E}" type="presOf" srcId="{6A929679-6482-4B95-9591-C67621802A15}" destId="{97589D5E-49D5-4BC6-AE15-8DC6C66F7E34}" srcOrd="0" destOrd="0" presId="urn:microsoft.com/office/officeart/2016/7/layout/RepeatingBendingProcessNew"/>
    <dgm:cxn modelId="{82759C9D-718A-472D-BA22-A37448E3844D}" type="presOf" srcId="{4E783DFF-C1F2-4E33-8981-438C2D06E0D9}" destId="{3CC3AC0C-824A-4697-A12F-A779B308139D}" srcOrd="1" destOrd="0" presId="urn:microsoft.com/office/officeart/2016/7/layout/RepeatingBendingProcessNew"/>
    <dgm:cxn modelId="{D18D14A3-C6B2-48AB-AF41-25F1B112F3CE}" type="presOf" srcId="{4D086344-5BB0-4928-80E1-B7176BE63E2A}" destId="{AB36DC34-B2F4-4FFA-8BB4-15DB3BF37B97}" srcOrd="0" destOrd="0" presId="urn:microsoft.com/office/officeart/2016/7/layout/RepeatingBendingProcessNew"/>
    <dgm:cxn modelId="{CF5E4AAC-E063-4CB3-B214-F89E04D03455}" type="presOf" srcId="{27A1B82C-581A-459F-B161-F8FCB90D9416}" destId="{8FD3F83B-5D89-4367-8AA8-EB9549D0CD1B}" srcOrd="1" destOrd="0" presId="urn:microsoft.com/office/officeart/2016/7/layout/RepeatingBendingProcessNew"/>
    <dgm:cxn modelId="{B19D4DAC-26D9-4842-A1BE-26EB252D8509}" type="presOf" srcId="{F7881104-D37A-4797-9747-E1DFD0631EA5}" destId="{0CD5F8CC-013F-4278-88D1-A56F6B32F94B}" srcOrd="1" destOrd="0" presId="urn:microsoft.com/office/officeart/2016/7/layout/RepeatingBendingProcessNew"/>
    <dgm:cxn modelId="{CA03D2AD-96B3-42CB-9B15-2EA23F125BA2}" type="presOf" srcId="{36C11B54-24BA-43A4-A778-656DE64B8666}" destId="{591748D8-3EFF-4C55-B057-2413F6AE638F}" srcOrd="0" destOrd="0" presId="urn:microsoft.com/office/officeart/2016/7/layout/RepeatingBendingProcessNew"/>
    <dgm:cxn modelId="{C2B293AF-0842-4C47-B639-E5EFAA046E0A}" srcId="{27548D90-C2A6-4C9E-AACB-A5F108DC0F9F}" destId="{4D086344-5BB0-4928-80E1-B7176BE63E2A}" srcOrd="0" destOrd="0" parTransId="{A4ED8B68-30A2-451E-B668-3EDF0F006291}" sibTransId="{4E783DFF-C1F2-4E33-8981-438C2D06E0D9}"/>
    <dgm:cxn modelId="{9B6F9AAF-2CDA-4809-A747-E01132284F5C}" type="presOf" srcId="{C58AD5D4-D7D5-4BE2-8533-31E4A64BE991}" destId="{5EC26ED8-6C43-44F3-81DE-C055FCEC7379}" srcOrd="1" destOrd="0" presId="urn:microsoft.com/office/officeart/2016/7/layout/RepeatingBendingProcessNew"/>
    <dgm:cxn modelId="{BFF2F9B3-80D9-441D-8448-02C3E5B979B6}" type="presOf" srcId="{4E783DFF-C1F2-4E33-8981-438C2D06E0D9}" destId="{7085A1ED-6B44-4195-8CA4-BEB7001ED86E}" srcOrd="0" destOrd="0" presId="urn:microsoft.com/office/officeart/2016/7/layout/RepeatingBendingProcessNew"/>
    <dgm:cxn modelId="{1C4567BB-49E9-4FCF-AEDE-A4A41DA4AE2C}" type="presOf" srcId="{27A1B82C-581A-459F-B161-F8FCB90D9416}" destId="{09F40DD9-EA21-4585-B164-F001398514F1}" srcOrd="0" destOrd="0" presId="urn:microsoft.com/office/officeart/2016/7/layout/RepeatingBendingProcessNew"/>
    <dgm:cxn modelId="{5D9C7EC8-553E-40DF-A947-9E9F8E6BA542}" srcId="{27548D90-C2A6-4C9E-AACB-A5F108DC0F9F}" destId="{25938B8B-55C0-4E2C-A8CF-32991F7CAB81}" srcOrd="3" destOrd="0" parTransId="{11AF02F1-B586-4DEE-A4F4-2208746E5F92}" sibTransId="{C58AD5D4-D7D5-4BE2-8533-31E4A64BE991}"/>
    <dgm:cxn modelId="{794DC4CF-9206-46CB-B2C8-9354197A881C}" srcId="{27548D90-C2A6-4C9E-AACB-A5F108DC0F9F}" destId="{7D56E88B-7A83-4489-A39C-FB2992D4AED5}" srcOrd="1" destOrd="0" parTransId="{02DEFA00-3D03-4DF7-80C1-0157C813172E}" sibTransId="{FCEDC117-CE20-4AF6-BFED-50085C6EE273}"/>
    <dgm:cxn modelId="{69E082D2-E58B-46D0-B358-EA29E1E70C81}" type="presOf" srcId="{FCEDC117-CE20-4AF6-BFED-50085C6EE273}" destId="{CC37D279-E9E2-4D57-A5E6-2294E781D9E1}" srcOrd="0" destOrd="0" presId="urn:microsoft.com/office/officeart/2016/7/layout/RepeatingBendingProcessNew"/>
    <dgm:cxn modelId="{00E441D6-0980-41F0-A871-12129A9D923A}" type="presOf" srcId="{9A2A6251-697F-4F0C-B690-E5B065B7164A}" destId="{BA8289E7-C965-4AD2-9157-134878482C07}" srcOrd="0" destOrd="0" presId="urn:microsoft.com/office/officeart/2016/7/layout/RepeatingBendingProcessNew"/>
    <dgm:cxn modelId="{5903E6DB-7894-40E9-AC9B-CFE289676001}" srcId="{27548D90-C2A6-4C9E-AACB-A5F108DC0F9F}" destId="{96A645C2-FC22-4D47-82C2-F4E33BB1B624}" srcOrd="5" destOrd="0" parTransId="{C3FAE5EB-CC26-4C28-9FC9-7125703C709C}" sibTransId="{F1922E14-1B91-46BB-881F-A05F04549EA7}"/>
    <dgm:cxn modelId="{CA6B6CEE-97C8-4CC8-A938-4E1C3AC1F040}" srcId="{27548D90-C2A6-4C9E-AACB-A5F108DC0F9F}" destId="{9A2A6251-697F-4F0C-B690-E5B065B7164A}" srcOrd="4" destOrd="0" parTransId="{39FF9476-6205-42FA-977D-2B8C6D9340F9}" sibTransId="{36C11B54-24BA-43A4-A778-656DE64B8666}"/>
    <dgm:cxn modelId="{01D9EDEF-A158-4283-8A94-3CF8D28F685B}" type="presOf" srcId="{CE55BB4A-B2B6-4846-A6FA-7789695608AA}" destId="{681A5694-A795-40F2-8A1D-1AEC75C13D90}" srcOrd="0" destOrd="0" presId="urn:microsoft.com/office/officeart/2016/7/layout/RepeatingBendingProcessNew"/>
    <dgm:cxn modelId="{29D6B1F0-8361-42F2-97EA-437A41D3D65E}" type="presOf" srcId="{E7ED2CF0-9AD2-4425-ABC8-691D2DE64738}" destId="{AABBA007-16A1-40D3-8B43-FA1FC5CAAEA3}" srcOrd="0" destOrd="0" presId="urn:microsoft.com/office/officeart/2016/7/layout/RepeatingBendingProcessNew"/>
    <dgm:cxn modelId="{977AF1FA-8E4C-43FE-BA6D-E34F969A2D97}" type="presOf" srcId="{F1922E14-1B91-46BB-881F-A05F04549EA7}" destId="{62A5D180-0EC9-4423-A525-040C465E81F4}" srcOrd="1" destOrd="0" presId="urn:microsoft.com/office/officeart/2016/7/layout/RepeatingBendingProcessNew"/>
    <dgm:cxn modelId="{A5653BFD-FBDB-457A-BE5F-4C766A9418BA}" type="presOf" srcId="{36C11B54-24BA-43A4-A778-656DE64B8666}" destId="{D1E19B66-25E3-48BB-8413-020E1E91FB65}" srcOrd="1" destOrd="0" presId="urn:microsoft.com/office/officeart/2016/7/layout/RepeatingBendingProcessNew"/>
    <dgm:cxn modelId="{90A78C9B-2B68-4E89-87B1-BB1621DDFAA0}" type="presParOf" srcId="{DEB2510A-5CF4-4EFE-9A0D-4DFEC3685883}" destId="{AB36DC34-B2F4-4FFA-8BB4-15DB3BF37B97}" srcOrd="0" destOrd="0" presId="urn:microsoft.com/office/officeart/2016/7/layout/RepeatingBendingProcessNew"/>
    <dgm:cxn modelId="{AC5555FA-E10D-47C0-8651-9EDFA6B927D0}" type="presParOf" srcId="{DEB2510A-5CF4-4EFE-9A0D-4DFEC3685883}" destId="{7085A1ED-6B44-4195-8CA4-BEB7001ED86E}" srcOrd="1" destOrd="0" presId="urn:microsoft.com/office/officeart/2016/7/layout/RepeatingBendingProcessNew"/>
    <dgm:cxn modelId="{63D8B49B-70F5-4C57-BB4A-EE25FF3BF151}" type="presParOf" srcId="{7085A1ED-6B44-4195-8CA4-BEB7001ED86E}" destId="{3CC3AC0C-824A-4697-A12F-A779B308139D}" srcOrd="0" destOrd="0" presId="urn:microsoft.com/office/officeart/2016/7/layout/RepeatingBendingProcessNew"/>
    <dgm:cxn modelId="{291F445A-0FDD-468D-9980-32B963060274}" type="presParOf" srcId="{DEB2510A-5CF4-4EFE-9A0D-4DFEC3685883}" destId="{D9D7A57F-8BA7-4FB5-B76F-5F505C6F02DC}" srcOrd="2" destOrd="0" presId="urn:microsoft.com/office/officeart/2016/7/layout/RepeatingBendingProcessNew"/>
    <dgm:cxn modelId="{F964D205-3CE7-4432-867A-0FECBE113690}" type="presParOf" srcId="{DEB2510A-5CF4-4EFE-9A0D-4DFEC3685883}" destId="{CC37D279-E9E2-4D57-A5E6-2294E781D9E1}" srcOrd="3" destOrd="0" presId="urn:microsoft.com/office/officeart/2016/7/layout/RepeatingBendingProcessNew"/>
    <dgm:cxn modelId="{AA672649-8E9E-456C-ACBF-06823404B090}" type="presParOf" srcId="{CC37D279-E9E2-4D57-A5E6-2294E781D9E1}" destId="{FF2BFCB8-903C-4380-9174-9F85C17B6FD5}" srcOrd="0" destOrd="0" presId="urn:microsoft.com/office/officeart/2016/7/layout/RepeatingBendingProcessNew"/>
    <dgm:cxn modelId="{7673E51D-9940-4259-A082-69E68F7272C9}" type="presParOf" srcId="{DEB2510A-5CF4-4EFE-9A0D-4DFEC3685883}" destId="{681A5694-A795-40F2-8A1D-1AEC75C13D90}" srcOrd="4" destOrd="0" presId="urn:microsoft.com/office/officeart/2016/7/layout/RepeatingBendingProcessNew"/>
    <dgm:cxn modelId="{884D422D-B4D4-426B-9AF2-1026C97AF8FE}" type="presParOf" srcId="{DEB2510A-5CF4-4EFE-9A0D-4DFEC3685883}" destId="{A9390611-00C7-4A22-A396-C5A3102462D1}" srcOrd="5" destOrd="0" presId="urn:microsoft.com/office/officeart/2016/7/layout/RepeatingBendingProcessNew"/>
    <dgm:cxn modelId="{477F190F-54EC-4A0F-90D1-4780D72EB288}" type="presParOf" srcId="{A9390611-00C7-4A22-A396-C5A3102462D1}" destId="{A4F60564-5EF7-45F0-AD6D-70F33A6F8D44}" srcOrd="0" destOrd="0" presId="urn:microsoft.com/office/officeart/2016/7/layout/RepeatingBendingProcessNew"/>
    <dgm:cxn modelId="{83054F83-69D3-42A7-870C-5B9B0C9ECF0D}" type="presParOf" srcId="{DEB2510A-5CF4-4EFE-9A0D-4DFEC3685883}" destId="{10F4CCF3-532E-4AC0-8B8D-18F81964AEB9}" srcOrd="6" destOrd="0" presId="urn:microsoft.com/office/officeart/2016/7/layout/RepeatingBendingProcessNew"/>
    <dgm:cxn modelId="{E9787B3B-798A-4E36-AE88-49F24D6ED600}" type="presParOf" srcId="{DEB2510A-5CF4-4EFE-9A0D-4DFEC3685883}" destId="{BA510D74-DACF-44F6-8E0C-F1D1C1AC5AE0}" srcOrd="7" destOrd="0" presId="urn:microsoft.com/office/officeart/2016/7/layout/RepeatingBendingProcessNew"/>
    <dgm:cxn modelId="{2C59E020-C4D4-4E1F-AA79-2BF60FCBD83C}" type="presParOf" srcId="{BA510D74-DACF-44F6-8E0C-F1D1C1AC5AE0}" destId="{5EC26ED8-6C43-44F3-81DE-C055FCEC7379}" srcOrd="0" destOrd="0" presId="urn:microsoft.com/office/officeart/2016/7/layout/RepeatingBendingProcessNew"/>
    <dgm:cxn modelId="{BBBF634C-0020-4148-89D7-04597A9651EE}" type="presParOf" srcId="{DEB2510A-5CF4-4EFE-9A0D-4DFEC3685883}" destId="{BA8289E7-C965-4AD2-9157-134878482C07}" srcOrd="8" destOrd="0" presId="urn:microsoft.com/office/officeart/2016/7/layout/RepeatingBendingProcessNew"/>
    <dgm:cxn modelId="{55C70575-61E9-4B68-8F33-EB7A5D159C2B}" type="presParOf" srcId="{DEB2510A-5CF4-4EFE-9A0D-4DFEC3685883}" destId="{591748D8-3EFF-4C55-B057-2413F6AE638F}" srcOrd="9" destOrd="0" presId="urn:microsoft.com/office/officeart/2016/7/layout/RepeatingBendingProcessNew"/>
    <dgm:cxn modelId="{D37C84C2-78C4-4F39-B8BE-0003227509D0}" type="presParOf" srcId="{591748D8-3EFF-4C55-B057-2413F6AE638F}" destId="{D1E19B66-25E3-48BB-8413-020E1E91FB65}" srcOrd="0" destOrd="0" presId="urn:microsoft.com/office/officeart/2016/7/layout/RepeatingBendingProcessNew"/>
    <dgm:cxn modelId="{678160D2-6C2A-4B74-B548-FE86A8C997D3}" type="presParOf" srcId="{DEB2510A-5CF4-4EFE-9A0D-4DFEC3685883}" destId="{8489D897-6082-42F7-9EEF-5A1D843581B5}" srcOrd="10" destOrd="0" presId="urn:microsoft.com/office/officeart/2016/7/layout/RepeatingBendingProcessNew"/>
    <dgm:cxn modelId="{A2E2D263-B6F3-4D68-A0AE-EF8EC85ED13B}" type="presParOf" srcId="{DEB2510A-5CF4-4EFE-9A0D-4DFEC3685883}" destId="{D51B646D-483A-40E0-B273-C4B87BA56324}" srcOrd="11" destOrd="0" presId="urn:microsoft.com/office/officeart/2016/7/layout/RepeatingBendingProcessNew"/>
    <dgm:cxn modelId="{4C5ADC89-F7BC-43D0-9595-55019ED89D05}" type="presParOf" srcId="{D51B646D-483A-40E0-B273-C4B87BA56324}" destId="{62A5D180-0EC9-4423-A525-040C465E81F4}" srcOrd="0" destOrd="0" presId="urn:microsoft.com/office/officeart/2016/7/layout/RepeatingBendingProcessNew"/>
    <dgm:cxn modelId="{9A39760C-3F07-478A-95CC-6DCCA53023CC}" type="presParOf" srcId="{DEB2510A-5CF4-4EFE-9A0D-4DFEC3685883}" destId="{18040B37-0D2F-4C8B-A3D0-6E9839CF5C15}" srcOrd="12" destOrd="0" presId="urn:microsoft.com/office/officeart/2016/7/layout/RepeatingBendingProcessNew"/>
    <dgm:cxn modelId="{521C8916-BBCB-471C-9AF9-1C57FC402F47}" type="presParOf" srcId="{DEB2510A-5CF4-4EFE-9A0D-4DFEC3685883}" destId="{D6B0A276-4ACE-4B41-8C90-5A68FC32801A}" srcOrd="13" destOrd="0" presId="urn:microsoft.com/office/officeart/2016/7/layout/RepeatingBendingProcessNew"/>
    <dgm:cxn modelId="{B3DC804C-0804-4DC8-8387-853B03A9DC19}" type="presParOf" srcId="{D6B0A276-4ACE-4B41-8C90-5A68FC32801A}" destId="{0CD5F8CC-013F-4278-88D1-A56F6B32F94B}" srcOrd="0" destOrd="0" presId="urn:microsoft.com/office/officeart/2016/7/layout/RepeatingBendingProcessNew"/>
    <dgm:cxn modelId="{EE0E91DC-F539-442E-92AF-FE723107F009}" type="presParOf" srcId="{DEB2510A-5CF4-4EFE-9A0D-4DFEC3685883}" destId="{3E5C9E27-1750-4EA5-9944-AA7EAC79D86F}" srcOrd="14" destOrd="0" presId="urn:microsoft.com/office/officeart/2016/7/layout/RepeatingBendingProcessNew"/>
    <dgm:cxn modelId="{33879368-6C42-4C9A-A108-0A262812CE2A}" type="presParOf" srcId="{DEB2510A-5CF4-4EFE-9A0D-4DFEC3685883}" destId="{09F40DD9-EA21-4585-B164-F001398514F1}" srcOrd="15" destOrd="0" presId="urn:microsoft.com/office/officeart/2016/7/layout/RepeatingBendingProcessNew"/>
    <dgm:cxn modelId="{F873C444-5A8E-48D4-9253-6E0B7F6EEC25}" type="presParOf" srcId="{09F40DD9-EA21-4585-B164-F001398514F1}" destId="{8FD3F83B-5D89-4367-8AA8-EB9549D0CD1B}" srcOrd="0" destOrd="0" presId="urn:microsoft.com/office/officeart/2016/7/layout/RepeatingBendingProcessNew"/>
    <dgm:cxn modelId="{451C2D80-5245-4D76-9E8F-6B234200E0D9}" type="presParOf" srcId="{DEB2510A-5CF4-4EFE-9A0D-4DFEC3685883}" destId="{28E273F1-BDB7-4435-A900-14F1B62A94B2}" srcOrd="16" destOrd="0" presId="urn:microsoft.com/office/officeart/2016/7/layout/RepeatingBendingProcessNew"/>
    <dgm:cxn modelId="{6070A477-B938-4DA8-846B-FC491CD61DD2}" type="presParOf" srcId="{DEB2510A-5CF4-4EFE-9A0D-4DFEC3685883}" destId="{41B25AFA-0EDF-48FF-8412-BB6A580F67D0}" srcOrd="17" destOrd="0" presId="urn:microsoft.com/office/officeart/2016/7/layout/RepeatingBendingProcessNew"/>
    <dgm:cxn modelId="{B80D61EC-199E-4DEC-A2C4-8916CF5A5F14}" type="presParOf" srcId="{41B25AFA-0EDF-48FF-8412-BB6A580F67D0}" destId="{216F5AF2-FEBE-4FEF-8BC1-75DB72C15C69}" srcOrd="0" destOrd="0" presId="urn:microsoft.com/office/officeart/2016/7/layout/RepeatingBendingProcessNew"/>
    <dgm:cxn modelId="{C5BFBE43-00A1-4EA3-BE90-2520E755206F}" type="presParOf" srcId="{DEB2510A-5CF4-4EFE-9A0D-4DFEC3685883}" destId="{1FA045A1-FBF9-4E71-8272-3F41B469A7FF}" srcOrd="18" destOrd="0" presId="urn:microsoft.com/office/officeart/2016/7/layout/RepeatingBendingProcessNew"/>
    <dgm:cxn modelId="{9CA652A2-0E2B-4E34-B551-1E5B4072C2E9}" type="presParOf" srcId="{DEB2510A-5CF4-4EFE-9A0D-4DFEC3685883}" destId="{97589D5E-49D5-4BC6-AE15-8DC6C66F7E34}" srcOrd="19" destOrd="0" presId="urn:microsoft.com/office/officeart/2016/7/layout/RepeatingBendingProcessNew"/>
    <dgm:cxn modelId="{60238EB2-E22C-44A1-A258-34E81EFD997B}" type="presParOf" srcId="{97589D5E-49D5-4BC6-AE15-8DC6C66F7E34}" destId="{B10A7CB7-3AB4-42A3-A94A-4284B7F84AA4}" srcOrd="0" destOrd="0" presId="urn:microsoft.com/office/officeart/2016/7/layout/RepeatingBendingProcessNew"/>
    <dgm:cxn modelId="{D0E2AC3C-5D7C-49F0-B1BA-89E98540DED0}" type="presParOf" srcId="{DEB2510A-5CF4-4EFE-9A0D-4DFEC3685883}" destId="{AABBA007-16A1-40D3-8B43-FA1FC5CAAEA3}" srcOrd="2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A8B936B-52D2-4858-96FE-929AE2FE900C}" type="doc">
      <dgm:prSet loTypeId="urn:microsoft.com/office/officeart/2005/8/layout/default" loCatId="list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5688858-6635-4579-8822-C5FF1CBA2D54}">
      <dgm:prSet/>
      <dgm:spPr/>
      <dgm:t>
        <a:bodyPr/>
        <a:lstStyle/>
        <a:p>
          <a:r>
            <a:rPr lang="en-US"/>
            <a:t>CSV Upload Features:</a:t>
          </a:r>
        </a:p>
      </dgm:t>
    </dgm:pt>
    <dgm:pt modelId="{A0884CE4-6DC5-4401-9B7C-53D9EE678364}" type="parTrans" cxnId="{BFC71869-D52C-4FD9-91AF-4F177D62E0CD}">
      <dgm:prSet/>
      <dgm:spPr/>
      <dgm:t>
        <a:bodyPr/>
        <a:lstStyle/>
        <a:p>
          <a:endParaRPr lang="en-US"/>
        </a:p>
      </dgm:t>
    </dgm:pt>
    <dgm:pt modelId="{3193D244-E204-48FB-A90C-4FBC7461FA55}" type="sibTrans" cxnId="{BFC71869-D52C-4FD9-91AF-4F177D62E0CD}">
      <dgm:prSet/>
      <dgm:spPr/>
      <dgm:t>
        <a:bodyPr/>
        <a:lstStyle/>
        <a:p>
          <a:endParaRPr lang="en-US"/>
        </a:p>
      </dgm:t>
    </dgm:pt>
    <dgm:pt modelId="{6B8E275C-4355-47D8-9F4E-C9FC2CEF5B6A}">
      <dgm:prSet/>
      <dgm:spPr/>
      <dgm:t>
        <a:bodyPr/>
        <a:lstStyle/>
        <a:p>
          <a:r>
            <a:rPr lang="en-US"/>
            <a:t>📁 File Upload: Drag-and-drop CSV support</a:t>
          </a:r>
        </a:p>
      </dgm:t>
    </dgm:pt>
    <dgm:pt modelId="{D5396187-7BCB-4E49-BF8D-0C7458E67F3C}" type="parTrans" cxnId="{61D2CCDC-D73A-4E51-BF73-ABE036C001F4}">
      <dgm:prSet/>
      <dgm:spPr/>
      <dgm:t>
        <a:bodyPr/>
        <a:lstStyle/>
        <a:p>
          <a:endParaRPr lang="en-US"/>
        </a:p>
      </dgm:t>
    </dgm:pt>
    <dgm:pt modelId="{B5C1BC18-8055-4E02-85E1-6A48646A5A0D}" type="sibTrans" cxnId="{61D2CCDC-D73A-4E51-BF73-ABE036C001F4}">
      <dgm:prSet/>
      <dgm:spPr/>
      <dgm:t>
        <a:bodyPr/>
        <a:lstStyle/>
        <a:p>
          <a:endParaRPr lang="en-US"/>
        </a:p>
      </dgm:t>
    </dgm:pt>
    <dgm:pt modelId="{44836B95-A22B-423C-B58F-B8D6E171E979}">
      <dgm:prSet/>
      <dgm:spPr/>
      <dgm:t>
        <a:bodyPr/>
        <a:lstStyle/>
        <a:p>
          <a:r>
            <a:rPr lang="en-US"/>
            <a:t>🔄 Auto-Processing: AI categorization for all rows</a:t>
          </a:r>
        </a:p>
      </dgm:t>
    </dgm:pt>
    <dgm:pt modelId="{BB695F50-D809-464F-9996-6D2DC4F89849}" type="parTrans" cxnId="{C7AD4E1F-77F4-4F43-8FBA-8C9F7385A233}">
      <dgm:prSet/>
      <dgm:spPr/>
      <dgm:t>
        <a:bodyPr/>
        <a:lstStyle/>
        <a:p>
          <a:endParaRPr lang="en-US"/>
        </a:p>
      </dgm:t>
    </dgm:pt>
    <dgm:pt modelId="{27B97BB2-5B08-414C-862A-7A9ADEBE2E3E}" type="sibTrans" cxnId="{C7AD4E1F-77F4-4F43-8FBA-8C9F7385A233}">
      <dgm:prSet/>
      <dgm:spPr/>
      <dgm:t>
        <a:bodyPr/>
        <a:lstStyle/>
        <a:p>
          <a:endParaRPr lang="en-US"/>
        </a:p>
      </dgm:t>
    </dgm:pt>
    <dgm:pt modelId="{879632D3-1738-40EA-A9C4-3F566E6AF05A}">
      <dgm:prSet/>
      <dgm:spPr/>
      <dgm:t>
        <a:bodyPr/>
        <a:lstStyle/>
        <a:p>
          <a:r>
            <a:rPr lang="en-US"/>
            <a:t>✅ Progress Tracking: Success/error reporting</a:t>
          </a:r>
        </a:p>
      </dgm:t>
    </dgm:pt>
    <dgm:pt modelId="{7D930082-46CF-4B73-82E4-F0DA845EA9F5}" type="parTrans" cxnId="{33FD88B0-9A2B-437E-BB95-233E5AF0B5A4}">
      <dgm:prSet/>
      <dgm:spPr/>
      <dgm:t>
        <a:bodyPr/>
        <a:lstStyle/>
        <a:p>
          <a:endParaRPr lang="en-US"/>
        </a:p>
      </dgm:t>
    </dgm:pt>
    <dgm:pt modelId="{62682BF4-B85E-456F-AEF6-613F0EFB1239}" type="sibTrans" cxnId="{33FD88B0-9A2B-437E-BB95-233E5AF0B5A4}">
      <dgm:prSet/>
      <dgm:spPr/>
      <dgm:t>
        <a:bodyPr/>
        <a:lstStyle/>
        <a:p>
          <a:endParaRPr lang="en-US"/>
        </a:p>
      </dgm:t>
    </dgm:pt>
    <dgm:pt modelId="{2FF50BF9-B097-46E2-B167-12F1C8E65617}">
      <dgm:prSet/>
      <dgm:spPr/>
      <dgm:t>
        <a:bodyPr/>
        <a:lstStyle/>
        <a:p>
          <a:r>
            <a:rPr lang="en-US"/>
            <a:t>📋 Preview Capability: File content validation</a:t>
          </a:r>
        </a:p>
      </dgm:t>
    </dgm:pt>
    <dgm:pt modelId="{348FDFA8-1BC0-4FF2-B99B-FC434AB0B634}" type="parTrans" cxnId="{13CFE712-93B0-4F56-BFEC-03A26B4A608F}">
      <dgm:prSet/>
      <dgm:spPr/>
      <dgm:t>
        <a:bodyPr/>
        <a:lstStyle/>
        <a:p>
          <a:endParaRPr lang="en-US"/>
        </a:p>
      </dgm:t>
    </dgm:pt>
    <dgm:pt modelId="{88C4A728-DE8A-423A-BC2A-0FD11B564B0A}" type="sibTrans" cxnId="{13CFE712-93B0-4F56-BFEC-03A26B4A608F}">
      <dgm:prSet/>
      <dgm:spPr/>
      <dgm:t>
        <a:bodyPr/>
        <a:lstStyle/>
        <a:p>
          <a:endParaRPr lang="en-US"/>
        </a:p>
      </dgm:t>
    </dgm:pt>
    <dgm:pt modelId="{01C94125-80C2-44F6-AF82-4458F9CA991E}">
      <dgm:prSet/>
      <dgm:spPr/>
      <dgm:t>
        <a:bodyPr/>
        <a:lstStyle/>
        <a:p>
          <a:r>
            <a:rPr lang="en-US"/>
            <a:t>🎯 Batch Processing: Handle thousands of transactions</a:t>
          </a:r>
        </a:p>
      </dgm:t>
    </dgm:pt>
    <dgm:pt modelId="{EE1E8262-372E-4A1C-BADE-2E13F258F97D}" type="parTrans" cxnId="{BEC9EC3A-221E-4555-9CA3-E5A4BE1A6EB5}">
      <dgm:prSet/>
      <dgm:spPr/>
      <dgm:t>
        <a:bodyPr/>
        <a:lstStyle/>
        <a:p>
          <a:endParaRPr lang="en-US"/>
        </a:p>
      </dgm:t>
    </dgm:pt>
    <dgm:pt modelId="{7BDEC4B9-4BBF-4F7E-BC8D-D987A960246D}" type="sibTrans" cxnId="{BEC9EC3A-221E-4555-9CA3-E5A4BE1A6EB5}">
      <dgm:prSet/>
      <dgm:spPr/>
      <dgm:t>
        <a:bodyPr/>
        <a:lstStyle/>
        <a:p>
          <a:endParaRPr lang="en-US"/>
        </a:p>
      </dgm:t>
    </dgm:pt>
    <dgm:pt modelId="{18D968A4-7DE9-4C7E-9699-08E90C3DFF2B}">
      <dgm:prSet/>
      <dgm:spPr/>
      <dgm:t>
        <a:bodyPr/>
        <a:lstStyle/>
        <a:p>
          <a:r>
            <a:rPr lang="en-US"/>
            <a:t>Supported CSV Formats:</a:t>
          </a:r>
        </a:p>
      </dgm:t>
    </dgm:pt>
    <dgm:pt modelId="{29A1EDD1-BB8B-4893-8579-EE2C44BC44FA}" type="parTrans" cxnId="{7C29584D-0F5D-4AAA-9D71-9F67BCA77AED}">
      <dgm:prSet/>
      <dgm:spPr/>
      <dgm:t>
        <a:bodyPr/>
        <a:lstStyle/>
        <a:p>
          <a:endParaRPr lang="en-US"/>
        </a:p>
      </dgm:t>
    </dgm:pt>
    <dgm:pt modelId="{E342ED20-A1C7-4033-88DE-33CE969C4F32}" type="sibTrans" cxnId="{7C29584D-0F5D-4AAA-9D71-9F67BCA77AED}">
      <dgm:prSet/>
      <dgm:spPr/>
      <dgm:t>
        <a:bodyPr/>
        <a:lstStyle/>
        <a:p>
          <a:endParaRPr lang="en-US"/>
        </a:p>
      </dgm:t>
    </dgm:pt>
    <dgm:pt modelId="{8968B5E1-01F1-4411-A00D-916E5923A42F}">
      <dgm:prSet/>
      <dgm:spPr/>
      <dgm:t>
        <a:bodyPr/>
        <a:lstStyle/>
        <a:p>
          <a:r>
            <a:rPr lang="en-US"/>
            <a:t>Date, Amount, Description columns</a:t>
          </a:r>
        </a:p>
      </dgm:t>
    </dgm:pt>
    <dgm:pt modelId="{2511DBFD-17D9-4C34-B688-C397FDF21634}" type="parTrans" cxnId="{3A080766-01A8-41DD-A78C-57A67143652B}">
      <dgm:prSet/>
      <dgm:spPr/>
      <dgm:t>
        <a:bodyPr/>
        <a:lstStyle/>
        <a:p>
          <a:endParaRPr lang="en-US"/>
        </a:p>
      </dgm:t>
    </dgm:pt>
    <dgm:pt modelId="{E3226222-4A7E-48CD-BDB3-53311C31E887}" type="sibTrans" cxnId="{3A080766-01A8-41DD-A78C-57A67143652B}">
      <dgm:prSet/>
      <dgm:spPr/>
      <dgm:t>
        <a:bodyPr/>
        <a:lstStyle/>
        <a:p>
          <a:endParaRPr lang="en-US"/>
        </a:p>
      </dgm:t>
    </dgm:pt>
    <dgm:pt modelId="{3D902D09-4E51-4B13-A7BA-E4FBFB14E19A}">
      <dgm:prSet/>
      <dgm:spPr/>
      <dgm:t>
        <a:bodyPr/>
        <a:lstStyle/>
        <a:p>
          <a:r>
            <a:rPr lang="en-US"/>
            <a:t>Flexible column naming</a:t>
          </a:r>
        </a:p>
      </dgm:t>
    </dgm:pt>
    <dgm:pt modelId="{6E271188-0514-4D20-B11D-6983C1CDCAFA}" type="parTrans" cxnId="{11C0DB3B-918A-4272-8381-C4E0CB05336C}">
      <dgm:prSet/>
      <dgm:spPr/>
      <dgm:t>
        <a:bodyPr/>
        <a:lstStyle/>
        <a:p>
          <a:endParaRPr lang="en-US"/>
        </a:p>
      </dgm:t>
    </dgm:pt>
    <dgm:pt modelId="{E285B9AB-D5CA-4272-9BA2-B60D02D21383}" type="sibTrans" cxnId="{11C0DB3B-918A-4272-8381-C4E0CB05336C}">
      <dgm:prSet/>
      <dgm:spPr/>
      <dgm:t>
        <a:bodyPr/>
        <a:lstStyle/>
        <a:p>
          <a:endParaRPr lang="en-US"/>
        </a:p>
      </dgm:t>
    </dgm:pt>
    <dgm:pt modelId="{34575251-53CE-4CBF-B100-E77C4F487C0E}">
      <dgm:prSet/>
      <dgm:spPr/>
      <dgm:t>
        <a:bodyPr/>
        <a:lstStyle/>
        <a:p>
          <a:r>
            <a:rPr lang="en-US"/>
            <a:t>Multiple date formats</a:t>
          </a:r>
        </a:p>
      </dgm:t>
    </dgm:pt>
    <dgm:pt modelId="{CFE1A1B8-DF2C-45A7-9E6B-A974EBC6D90A}" type="parTrans" cxnId="{504CDC4E-4CF5-4588-BFF4-62FE97B66739}">
      <dgm:prSet/>
      <dgm:spPr/>
      <dgm:t>
        <a:bodyPr/>
        <a:lstStyle/>
        <a:p>
          <a:endParaRPr lang="en-US"/>
        </a:p>
      </dgm:t>
    </dgm:pt>
    <dgm:pt modelId="{54C14240-2F13-40C1-844B-0735D918056F}" type="sibTrans" cxnId="{504CDC4E-4CF5-4588-BFF4-62FE97B66739}">
      <dgm:prSet/>
      <dgm:spPr/>
      <dgm:t>
        <a:bodyPr/>
        <a:lstStyle/>
        <a:p>
          <a:endParaRPr lang="en-US"/>
        </a:p>
      </dgm:t>
    </dgm:pt>
    <dgm:pt modelId="{F05F1599-1F60-4585-BB94-C455CFAB08A9}">
      <dgm:prSet/>
      <dgm:spPr/>
      <dgm:t>
        <a:bodyPr/>
        <a:lstStyle/>
        <a:p>
          <a:r>
            <a:rPr lang="en-US"/>
            <a:t>Automatic type detection</a:t>
          </a:r>
        </a:p>
      </dgm:t>
    </dgm:pt>
    <dgm:pt modelId="{5BB1A174-FA21-437D-AE7A-0366EB687A52}" type="parTrans" cxnId="{2E817772-779B-486C-8ECB-1FCC485CCF43}">
      <dgm:prSet/>
      <dgm:spPr/>
      <dgm:t>
        <a:bodyPr/>
        <a:lstStyle/>
        <a:p>
          <a:endParaRPr lang="en-US"/>
        </a:p>
      </dgm:t>
    </dgm:pt>
    <dgm:pt modelId="{A71383FC-9CA0-49BB-8BD3-53988D09E811}" type="sibTrans" cxnId="{2E817772-779B-486C-8ECB-1FCC485CCF43}">
      <dgm:prSet/>
      <dgm:spPr/>
      <dgm:t>
        <a:bodyPr/>
        <a:lstStyle/>
        <a:p>
          <a:endParaRPr lang="en-US"/>
        </a:p>
      </dgm:t>
    </dgm:pt>
    <dgm:pt modelId="{5E1C2133-914D-4085-84ED-5AB669BE33B4}" type="pres">
      <dgm:prSet presAssocID="{1A8B936B-52D2-4858-96FE-929AE2FE900C}" presName="diagram" presStyleCnt="0">
        <dgm:presLayoutVars>
          <dgm:dir/>
          <dgm:resizeHandles val="exact"/>
        </dgm:presLayoutVars>
      </dgm:prSet>
      <dgm:spPr/>
    </dgm:pt>
    <dgm:pt modelId="{0886F91E-364C-48A3-BC83-22815CF3955C}" type="pres">
      <dgm:prSet presAssocID="{D5688858-6635-4579-8822-C5FF1CBA2D54}" presName="node" presStyleLbl="node1" presStyleIdx="0" presStyleCnt="11">
        <dgm:presLayoutVars>
          <dgm:bulletEnabled val="1"/>
        </dgm:presLayoutVars>
      </dgm:prSet>
      <dgm:spPr/>
    </dgm:pt>
    <dgm:pt modelId="{668FECE2-6CC7-496D-BA2E-FBFE9B117442}" type="pres">
      <dgm:prSet presAssocID="{3193D244-E204-48FB-A90C-4FBC7461FA55}" presName="sibTrans" presStyleCnt="0"/>
      <dgm:spPr/>
    </dgm:pt>
    <dgm:pt modelId="{5BF8B807-77D1-4C7B-AEF1-DCACB26FD9AC}" type="pres">
      <dgm:prSet presAssocID="{6B8E275C-4355-47D8-9F4E-C9FC2CEF5B6A}" presName="node" presStyleLbl="node1" presStyleIdx="1" presStyleCnt="11">
        <dgm:presLayoutVars>
          <dgm:bulletEnabled val="1"/>
        </dgm:presLayoutVars>
      </dgm:prSet>
      <dgm:spPr/>
    </dgm:pt>
    <dgm:pt modelId="{B4C86FD2-8A8E-4DF3-B713-044463671A36}" type="pres">
      <dgm:prSet presAssocID="{B5C1BC18-8055-4E02-85E1-6A48646A5A0D}" presName="sibTrans" presStyleCnt="0"/>
      <dgm:spPr/>
    </dgm:pt>
    <dgm:pt modelId="{92F7F044-DE99-4813-B577-7CA35B3C5C42}" type="pres">
      <dgm:prSet presAssocID="{44836B95-A22B-423C-B58F-B8D6E171E979}" presName="node" presStyleLbl="node1" presStyleIdx="2" presStyleCnt="11">
        <dgm:presLayoutVars>
          <dgm:bulletEnabled val="1"/>
        </dgm:presLayoutVars>
      </dgm:prSet>
      <dgm:spPr/>
    </dgm:pt>
    <dgm:pt modelId="{D0C76858-3624-407E-B969-98EF20049E2D}" type="pres">
      <dgm:prSet presAssocID="{27B97BB2-5B08-414C-862A-7A9ADEBE2E3E}" presName="sibTrans" presStyleCnt="0"/>
      <dgm:spPr/>
    </dgm:pt>
    <dgm:pt modelId="{57B2D5E7-CA8B-43FD-A627-B518AD38C2DE}" type="pres">
      <dgm:prSet presAssocID="{879632D3-1738-40EA-A9C4-3F566E6AF05A}" presName="node" presStyleLbl="node1" presStyleIdx="3" presStyleCnt="11">
        <dgm:presLayoutVars>
          <dgm:bulletEnabled val="1"/>
        </dgm:presLayoutVars>
      </dgm:prSet>
      <dgm:spPr/>
    </dgm:pt>
    <dgm:pt modelId="{5855E67B-F01D-4F26-AFF3-A199D14BA950}" type="pres">
      <dgm:prSet presAssocID="{62682BF4-B85E-456F-AEF6-613F0EFB1239}" presName="sibTrans" presStyleCnt="0"/>
      <dgm:spPr/>
    </dgm:pt>
    <dgm:pt modelId="{F90F8760-B18C-43C1-A904-A1DF8AF2D75C}" type="pres">
      <dgm:prSet presAssocID="{2FF50BF9-B097-46E2-B167-12F1C8E65617}" presName="node" presStyleLbl="node1" presStyleIdx="4" presStyleCnt="11">
        <dgm:presLayoutVars>
          <dgm:bulletEnabled val="1"/>
        </dgm:presLayoutVars>
      </dgm:prSet>
      <dgm:spPr/>
    </dgm:pt>
    <dgm:pt modelId="{4D7B09C2-1E92-4917-A9A3-F0675BB41D97}" type="pres">
      <dgm:prSet presAssocID="{88C4A728-DE8A-423A-BC2A-0FD11B564B0A}" presName="sibTrans" presStyleCnt="0"/>
      <dgm:spPr/>
    </dgm:pt>
    <dgm:pt modelId="{47D3499E-3107-46FB-9F5E-A805CEA3603E}" type="pres">
      <dgm:prSet presAssocID="{01C94125-80C2-44F6-AF82-4458F9CA991E}" presName="node" presStyleLbl="node1" presStyleIdx="5" presStyleCnt="11">
        <dgm:presLayoutVars>
          <dgm:bulletEnabled val="1"/>
        </dgm:presLayoutVars>
      </dgm:prSet>
      <dgm:spPr/>
    </dgm:pt>
    <dgm:pt modelId="{878AB946-FC48-4EB5-9C64-067F467EFC3D}" type="pres">
      <dgm:prSet presAssocID="{7BDEC4B9-4BBF-4F7E-BC8D-D987A960246D}" presName="sibTrans" presStyleCnt="0"/>
      <dgm:spPr/>
    </dgm:pt>
    <dgm:pt modelId="{F7D9DD07-0517-4B4A-9F55-98B1F8D8BA44}" type="pres">
      <dgm:prSet presAssocID="{18D968A4-7DE9-4C7E-9699-08E90C3DFF2B}" presName="node" presStyleLbl="node1" presStyleIdx="6" presStyleCnt="11">
        <dgm:presLayoutVars>
          <dgm:bulletEnabled val="1"/>
        </dgm:presLayoutVars>
      </dgm:prSet>
      <dgm:spPr/>
    </dgm:pt>
    <dgm:pt modelId="{C6339D0B-7DCE-4740-A0AA-9E7532537700}" type="pres">
      <dgm:prSet presAssocID="{E342ED20-A1C7-4033-88DE-33CE969C4F32}" presName="sibTrans" presStyleCnt="0"/>
      <dgm:spPr/>
    </dgm:pt>
    <dgm:pt modelId="{85F02F22-D928-4BE1-8423-DAD5E5084182}" type="pres">
      <dgm:prSet presAssocID="{8968B5E1-01F1-4411-A00D-916E5923A42F}" presName="node" presStyleLbl="node1" presStyleIdx="7" presStyleCnt="11">
        <dgm:presLayoutVars>
          <dgm:bulletEnabled val="1"/>
        </dgm:presLayoutVars>
      </dgm:prSet>
      <dgm:spPr/>
    </dgm:pt>
    <dgm:pt modelId="{CC0CC7F9-A1EC-4828-A52C-46A2A4355CC7}" type="pres">
      <dgm:prSet presAssocID="{E3226222-4A7E-48CD-BDB3-53311C31E887}" presName="sibTrans" presStyleCnt="0"/>
      <dgm:spPr/>
    </dgm:pt>
    <dgm:pt modelId="{FF33684E-714B-4AD0-9586-19D2EB7BCF0A}" type="pres">
      <dgm:prSet presAssocID="{3D902D09-4E51-4B13-A7BA-E4FBFB14E19A}" presName="node" presStyleLbl="node1" presStyleIdx="8" presStyleCnt="11">
        <dgm:presLayoutVars>
          <dgm:bulletEnabled val="1"/>
        </dgm:presLayoutVars>
      </dgm:prSet>
      <dgm:spPr/>
    </dgm:pt>
    <dgm:pt modelId="{E1C24C46-FFD1-4287-ACCC-119F3AC6DC48}" type="pres">
      <dgm:prSet presAssocID="{E285B9AB-D5CA-4272-9BA2-B60D02D21383}" presName="sibTrans" presStyleCnt="0"/>
      <dgm:spPr/>
    </dgm:pt>
    <dgm:pt modelId="{4B3854AA-4608-4D2C-8FA3-C23EE910F957}" type="pres">
      <dgm:prSet presAssocID="{34575251-53CE-4CBF-B100-E77C4F487C0E}" presName="node" presStyleLbl="node1" presStyleIdx="9" presStyleCnt="11">
        <dgm:presLayoutVars>
          <dgm:bulletEnabled val="1"/>
        </dgm:presLayoutVars>
      </dgm:prSet>
      <dgm:spPr/>
    </dgm:pt>
    <dgm:pt modelId="{8D7DDE7A-7254-4050-A078-6163DDAE9B78}" type="pres">
      <dgm:prSet presAssocID="{54C14240-2F13-40C1-844B-0735D918056F}" presName="sibTrans" presStyleCnt="0"/>
      <dgm:spPr/>
    </dgm:pt>
    <dgm:pt modelId="{85FB24A5-B095-4721-9504-6130D92A40D6}" type="pres">
      <dgm:prSet presAssocID="{F05F1599-1F60-4585-BB94-C455CFAB08A9}" presName="node" presStyleLbl="node1" presStyleIdx="10" presStyleCnt="11">
        <dgm:presLayoutVars>
          <dgm:bulletEnabled val="1"/>
        </dgm:presLayoutVars>
      </dgm:prSet>
      <dgm:spPr/>
    </dgm:pt>
  </dgm:ptLst>
  <dgm:cxnLst>
    <dgm:cxn modelId="{13CFE712-93B0-4F56-BFEC-03A26B4A608F}" srcId="{1A8B936B-52D2-4858-96FE-929AE2FE900C}" destId="{2FF50BF9-B097-46E2-B167-12F1C8E65617}" srcOrd="4" destOrd="0" parTransId="{348FDFA8-1BC0-4FF2-B99B-FC434AB0B634}" sibTransId="{88C4A728-DE8A-423A-BC2A-0FD11B564B0A}"/>
    <dgm:cxn modelId="{4A575E14-9D87-41AE-AB0D-A6571921BF16}" type="presOf" srcId="{879632D3-1738-40EA-A9C4-3F566E6AF05A}" destId="{57B2D5E7-CA8B-43FD-A627-B518AD38C2DE}" srcOrd="0" destOrd="0" presId="urn:microsoft.com/office/officeart/2005/8/layout/default"/>
    <dgm:cxn modelId="{C7AD4E1F-77F4-4F43-8FBA-8C9F7385A233}" srcId="{1A8B936B-52D2-4858-96FE-929AE2FE900C}" destId="{44836B95-A22B-423C-B58F-B8D6E171E979}" srcOrd="2" destOrd="0" parTransId="{BB695F50-D809-464F-9996-6D2DC4F89849}" sibTransId="{27B97BB2-5B08-414C-862A-7A9ADEBE2E3E}"/>
    <dgm:cxn modelId="{B89E2F2B-2D24-4D82-B3C0-5E17EE2CD525}" type="presOf" srcId="{3D902D09-4E51-4B13-A7BA-E4FBFB14E19A}" destId="{FF33684E-714B-4AD0-9586-19D2EB7BCF0A}" srcOrd="0" destOrd="0" presId="urn:microsoft.com/office/officeart/2005/8/layout/default"/>
    <dgm:cxn modelId="{BEC9EC3A-221E-4555-9CA3-E5A4BE1A6EB5}" srcId="{1A8B936B-52D2-4858-96FE-929AE2FE900C}" destId="{01C94125-80C2-44F6-AF82-4458F9CA991E}" srcOrd="5" destOrd="0" parTransId="{EE1E8262-372E-4A1C-BADE-2E13F258F97D}" sibTransId="{7BDEC4B9-4BBF-4F7E-BC8D-D987A960246D}"/>
    <dgm:cxn modelId="{11C0DB3B-918A-4272-8381-C4E0CB05336C}" srcId="{1A8B936B-52D2-4858-96FE-929AE2FE900C}" destId="{3D902D09-4E51-4B13-A7BA-E4FBFB14E19A}" srcOrd="8" destOrd="0" parTransId="{6E271188-0514-4D20-B11D-6983C1CDCAFA}" sibTransId="{E285B9AB-D5CA-4272-9BA2-B60D02D21383}"/>
    <dgm:cxn modelId="{C1ED2540-D06C-4019-BEEC-8764EF9C68C5}" type="presOf" srcId="{2FF50BF9-B097-46E2-B167-12F1C8E65617}" destId="{F90F8760-B18C-43C1-A904-A1DF8AF2D75C}" srcOrd="0" destOrd="0" presId="urn:microsoft.com/office/officeart/2005/8/layout/default"/>
    <dgm:cxn modelId="{A854135F-C9C4-48FB-9D24-2A4073A019F0}" type="presOf" srcId="{44836B95-A22B-423C-B58F-B8D6E171E979}" destId="{92F7F044-DE99-4813-B577-7CA35B3C5C42}" srcOrd="0" destOrd="0" presId="urn:microsoft.com/office/officeart/2005/8/layout/default"/>
    <dgm:cxn modelId="{3A080766-01A8-41DD-A78C-57A67143652B}" srcId="{1A8B936B-52D2-4858-96FE-929AE2FE900C}" destId="{8968B5E1-01F1-4411-A00D-916E5923A42F}" srcOrd="7" destOrd="0" parTransId="{2511DBFD-17D9-4C34-B688-C397FDF21634}" sibTransId="{E3226222-4A7E-48CD-BDB3-53311C31E887}"/>
    <dgm:cxn modelId="{BFC71869-D52C-4FD9-91AF-4F177D62E0CD}" srcId="{1A8B936B-52D2-4858-96FE-929AE2FE900C}" destId="{D5688858-6635-4579-8822-C5FF1CBA2D54}" srcOrd="0" destOrd="0" parTransId="{A0884CE4-6DC5-4401-9B7C-53D9EE678364}" sibTransId="{3193D244-E204-48FB-A90C-4FBC7461FA55}"/>
    <dgm:cxn modelId="{687B236B-2B09-4F95-B98C-536EEC98CDF8}" type="presOf" srcId="{34575251-53CE-4CBF-B100-E77C4F487C0E}" destId="{4B3854AA-4608-4D2C-8FA3-C23EE910F957}" srcOrd="0" destOrd="0" presId="urn:microsoft.com/office/officeart/2005/8/layout/default"/>
    <dgm:cxn modelId="{7C29584D-0F5D-4AAA-9D71-9F67BCA77AED}" srcId="{1A8B936B-52D2-4858-96FE-929AE2FE900C}" destId="{18D968A4-7DE9-4C7E-9699-08E90C3DFF2B}" srcOrd="6" destOrd="0" parTransId="{29A1EDD1-BB8B-4893-8579-EE2C44BC44FA}" sibTransId="{E342ED20-A1C7-4033-88DE-33CE969C4F32}"/>
    <dgm:cxn modelId="{504CDC4E-4CF5-4588-BFF4-62FE97B66739}" srcId="{1A8B936B-52D2-4858-96FE-929AE2FE900C}" destId="{34575251-53CE-4CBF-B100-E77C4F487C0E}" srcOrd="9" destOrd="0" parTransId="{CFE1A1B8-DF2C-45A7-9E6B-A974EBC6D90A}" sibTransId="{54C14240-2F13-40C1-844B-0735D918056F}"/>
    <dgm:cxn modelId="{2E817772-779B-486C-8ECB-1FCC485CCF43}" srcId="{1A8B936B-52D2-4858-96FE-929AE2FE900C}" destId="{F05F1599-1F60-4585-BB94-C455CFAB08A9}" srcOrd="10" destOrd="0" parTransId="{5BB1A174-FA21-437D-AE7A-0366EB687A52}" sibTransId="{A71383FC-9CA0-49BB-8BD3-53988D09E811}"/>
    <dgm:cxn modelId="{C4F81374-F892-4155-97C9-1E9C0C189C2C}" type="presOf" srcId="{8968B5E1-01F1-4411-A00D-916E5923A42F}" destId="{85F02F22-D928-4BE1-8423-DAD5E5084182}" srcOrd="0" destOrd="0" presId="urn:microsoft.com/office/officeart/2005/8/layout/default"/>
    <dgm:cxn modelId="{63A9CF79-F570-4AFD-AB28-7342E9AF324B}" type="presOf" srcId="{1A8B936B-52D2-4858-96FE-929AE2FE900C}" destId="{5E1C2133-914D-4085-84ED-5AB669BE33B4}" srcOrd="0" destOrd="0" presId="urn:microsoft.com/office/officeart/2005/8/layout/default"/>
    <dgm:cxn modelId="{C5FA1381-A6A8-41CC-B8DB-13F73B5209FC}" type="presOf" srcId="{18D968A4-7DE9-4C7E-9699-08E90C3DFF2B}" destId="{F7D9DD07-0517-4B4A-9F55-98B1F8D8BA44}" srcOrd="0" destOrd="0" presId="urn:microsoft.com/office/officeart/2005/8/layout/default"/>
    <dgm:cxn modelId="{F98EEC8B-20A5-4162-9489-13FF485A3050}" type="presOf" srcId="{F05F1599-1F60-4585-BB94-C455CFAB08A9}" destId="{85FB24A5-B095-4721-9504-6130D92A40D6}" srcOrd="0" destOrd="0" presId="urn:microsoft.com/office/officeart/2005/8/layout/default"/>
    <dgm:cxn modelId="{33FD88B0-9A2B-437E-BB95-233E5AF0B5A4}" srcId="{1A8B936B-52D2-4858-96FE-929AE2FE900C}" destId="{879632D3-1738-40EA-A9C4-3F566E6AF05A}" srcOrd="3" destOrd="0" parTransId="{7D930082-46CF-4B73-82E4-F0DA845EA9F5}" sibTransId="{62682BF4-B85E-456F-AEF6-613F0EFB1239}"/>
    <dgm:cxn modelId="{0609E4BF-9567-4262-AC53-D426BCF8DF5E}" type="presOf" srcId="{D5688858-6635-4579-8822-C5FF1CBA2D54}" destId="{0886F91E-364C-48A3-BC83-22815CF3955C}" srcOrd="0" destOrd="0" presId="urn:microsoft.com/office/officeart/2005/8/layout/default"/>
    <dgm:cxn modelId="{07D3ACDC-9F5D-4CB3-9D4B-53F3958B9919}" type="presOf" srcId="{01C94125-80C2-44F6-AF82-4458F9CA991E}" destId="{47D3499E-3107-46FB-9F5E-A805CEA3603E}" srcOrd="0" destOrd="0" presId="urn:microsoft.com/office/officeart/2005/8/layout/default"/>
    <dgm:cxn modelId="{61D2CCDC-D73A-4E51-BF73-ABE036C001F4}" srcId="{1A8B936B-52D2-4858-96FE-929AE2FE900C}" destId="{6B8E275C-4355-47D8-9F4E-C9FC2CEF5B6A}" srcOrd="1" destOrd="0" parTransId="{D5396187-7BCB-4E49-BF8D-0C7458E67F3C}" sibTransId="{B5C1BC18-8055-4E02-85E1-6A48646A5A0D}"/>
    <dgm:cxn modelId="{3D39C4F3-6C78-4CAE-83D5-ACE8D223CEE2}" type="presOf" srcId="{6B8E275C-4355-47D8-9F4E-C9FC2CEF5B6A}" destId="{5BF8B807-77D1-4C7B-AEF1-DCACB26FD9AC}" srcOrd="0" destOrd="0" presId="urn:microsoft.com/office/officeart/2005/8/layout/default"/>
    <dgm:cxn modelId="{296FC596-403B-48E0-82A8-693538A03C67}" type="presParOf" srcId="{5E1C2133-914D-4085-84ED-5AB669BE33B4}" destId="{0886F91E-364C-48A3-BC83-22815CF3955C}" srcOrd="0" destOrd="0" presId="urn:microsoft.com/office/officeart/2005/8/layout/default"/>
    <dgm:cxn modelId="{AD140EB6-01A4-447C-86A6-A0B35B5E6ED4}" type="presParOf" srcId="{5E1C2133-914D-4085-84ED-5AB669BE33B4}" destId="{668FECE2-6CC7-496D-BA2E-FBFE9B117442}" srcOrd="1" destOrd="0" presId="urn:microsoft.com/office/officeart/2005/8/layout/default"/>
    <dgm:cxn modelId="{2AAF87BC-0617-45B6-9DC9-1366089B1452}" type="presParOf" srcId="{5E1C2133-914D-4085-84ED-5AB669BE33B4}" destId="{5BF8B807-77D1-4C7B-AEF1-DCACB26FD9AC}" srcOrd="2" destOrd="0" presId="urn:microsoft.com/office/officeart/2005/8/layout/default"/>
    <dgm:cxn modelId="{97527E4F-D8A9-45A5-AE33-AB4859D77D6E}" type="presParOf" srcId="{5E1C2133-914D-4085-84ED-5AB669BE33B4}" destId="{B4C86FD2-8A8E-4DF3-B713-044463671A36}" srcOrd="3" destOrd="0" presId="urn:microsoft.com/office/officeart/2005/8/layout/default"/>
    <dgm:cxn modelId="{334CD3F1-6445-42C9-8BA0-513F5091EFDD}" type="presParOf" srcId="{5E1C2133-914D-4085-84ED-5AB669BE33B4}" destId="{92F7F044-DE99-4813-B577-7CA35B3C5C42}" srcOrd="4" destOrd="0" presId="urn:microsoft.com/office/officeart/2005/8/layout/default"/>
    <dgm:cxn modelId="{0F9A2EF6-4D99-4777-B6E7-B82DCB304582}" type="presParOf" srcId="{5E1C2133-914D-4085-84ED-5AB669BE33B4}" destId="{D0C76858-3624-407E-B969-98EF20049E2D}" srcOrd="5" destOrd="0" presId="urn:microsoft.com/office/officeart/2005/8/layout/default"/>
    <dgm:cxn modelId="{65696FD1-887F-4B8C-A705-1A05C892A993}" type="presParOf" srcId="{5E1C2133-914D-4085-84ED-5AB669BE33B4}" destId="{57B2D5E7-CA8B-43FD-A627-B518AD38C2DE}" srcOrd="6" destOrd="0" presId="urn:microsoft.com/office/officeart/2005/8/layout/default"/>
    <dgm:cxn modelId="{D43A2AEF-9B37-4850-9B4A-0A5D1B130E55}" type="presParOf" srcId="{5E1C2133-914D-4085-84ED-5AB669BE33B4}" destId="{5855E67B-F01D-4F26-AFF3-A199D14BA950}" srcOrd="7" destOrd="0" presId="urn:microsoft.com/office/officeart/2005/8/layout/default"/>
    <dgm:cxn modelId="{B69F38F0-BECB-4A06-9F60-A352086AA82E}" type="presParOf" srcId="{5E1C2133-914D-4085-84ED-5AB669BE33B4}" destId="{F90F8760-B18C-43C1-A904-A1DF8AF2D75C}" srcOrd="8" destOrd="0" presId="urn:microsoft.com/office/officeart/2005/8/layout/default"/>
    <dgm:cxn modelId="{7FBE8634-11B7-4956-9625-B2BE483F3F8A}" type="presParOf" srcId="{5E1C2133-914D-4085-84ED-5AB669BE33B4}" destId="{4D7B09C2-1E92-4917-A9A3-F0675BB41D97}" srcOrd="9" destOrd="0" presId="urn:microsoft.com/office/officeart/2005/8/layout/default"/>
    <dgm:cxn modelId="{AB53636F-3966-4372-BB51-E2AE996BFCFA}" type="presParOf" srcId="{5E1C2133-914D-4085-84ED-5AB669BE33B4}" destId="{47D3499E-3107-46FB-9F5E-A805CEA3603E}" srcOrd="10" destOrd="0" presId="urn:microsoft.com/office/officeart/2005/8/layout/default"/>
    <dgm:cxn modelId="{6020188B-BD55-444A-B68E-F235CA6D3329}" type="presParOf" srcId="{5E1C2133-914D-4085-84ED-5AB669BE33B4}" destId="{878AB946-FC48-4EB5-9C64-067F467EFC3D}" srcOrd="11" destOrd="0" presId="urn:microsoft.com/office/officeart/2005/8/layout/default"/>
    <dgm:cxn modelId="{C9B90C66-D5DD-41F8-9C5C-7877136A2C83}" type="presParOf" srcId="{5E1C2133-914D-4085-84ED-5AB669BE33B4}" destId="{F7D9DD07-0517-4B4A-9F55-98B1F8D8BA44}" srcOrd="12" destOrd="0" presId="urn:microsoft.com/office/officeart/2005/8/layout/default"/>
    <dgm:cxn modelId="{37C0B5B0-F70D-4D21-BD5D-2343F7ED1A31}" type="presParOf" srcId="{5E1C2133-914D-4085-84ED-5AB669BE33B4}" destId="{C6339D0B-7DCE-4740-A0AA-9E7532537700}" srcOrd="13" destOrd="0" presId="urn:microsoft.com/office/officeart/2005/8/layout/default"/>
    <dgm:cxn modelId="{5855DEB4-0B61-4EB0-BD2C-2692D0FBFCD5}" type="presParOf" srcId="{5E1C2133-914D-4085-84ED-5AB669BE33B4}" destId="{85F02F22-D928-4BE1-8423-DAD5E5084182}" srcOrd="14" destOrd="0" presId="urn:microsoft.com/office/officeart/2005/8/layout/default"/>
    <dgm:cxn modelId="{61232A70-C891-4485-9945-E15A563E1568}" type="presParOf" srcId="{5E1C2133-914D-4085-84ED-5AB669BE33B4}" destId="{CC0CC7F9-A1EC-4828-A52C-46A2A4355CC7}" srcOrd="15" destOrd="0" presId="urn:microsoft.com/office/officeart/2005/8/layout/default"/>
    <dgm:cxn modelId="{D3D80EE2-3AC6-4B0F-A838-FA732F981F11}" type="presParOf" srcId="{5E1C2133-914D-4085-84ED-5AB669BE33B4}" destId="{FF33684E-714B-4AD0-9586-19D2EB7BCF0A}" srcOrd="16" destOrd="0" presId="urn:microsoft.com/office/officeart/2005/8/layout/default"/>
    <dgm:cxn modelId="{5649D25C-908C-48E4-8701-1ADCB45158CD}" type="presParOf" srcId="{5E1C2133-914D-4085-84ED-5AB669BE33B4}" destId="{E1C24C46-FFD1-4287-ACCC-119F3AC6DC48}" srcOrd="17" destOrd="0" presId="urn:microsoft.com/office/officeart/2005/8/layout/default"/>
    <dgm:cxn modelId="{23E2A317-CA74-41EE-AB4E-9306908F4A39}" type="presParOf" srcId="{5E1C2133-914D-4085-84ED-5AB669BE33B4}" destId="{4B3854AA-4608-4D2C-8FA3-C23EE910F957}" srcOrd="18" destOrd="0" presId="urn:microsoft.com/office/officeart/2005/8/layout/default"/>
    <dgm:cxn modelId="{33710AA7-8CE3-4A03-95A6-24D2C08C37EA}" type="presParOf" srcId="{5E1C2133-914D-4085-84ED-5AB669BE33B4}" destId="{8D7DDE7A-7254-4050-A078-6163DDAE9B78}" srcOrd="19" destOrd="0" presId="urn:microsoft.com/office/officeart/2005/8/layout/default"/>
    <dgm:cxn modelId="{C5BA2769-9E01-4BCE-B4A5-98AFE9712450}" type="presParOf" srcId="{5E1C2133-914D-4085-84ED-5AB669BE33B4}" destId="{85FB24A5-B095-4721-9504-6130D92A40D6}" srcOrd="2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E7D33F1-B974-459C-86B0-F84D998DC3FF}" type="doc">
      <dgm:prSet loTypeId="urn:microsoft.com/office/officeart/2005/8/layout/default" loCatId="list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DAB6384-C5F7-45B4-BB84-72EDD9C1A0DF}">
      <dgm:prSet/>
      <dgm:spPr/>
      <dgm:t>
        <a:bodyPr/>
        <a:lstStyle/>
        <a:p>
          <a:r>
            <a:rPr lang="en-US"/>
            <a:t>Transaction Management Features:</a:t>
          </a:r>
        </a:p>
      </dgm:t>
    </dgm:pt>
    <dgm:pt modelId="{1026878C-61E7-4C75-8AD4-C04E61913FC2}" type="parTrans" cxnId="{B2C82D91-E56E-4E0B-B46D-8C1B1BB2F424}">
      <dgm:prSet/>
      <dgm:spPr/>
      <dgm:t>
        <a:bodyPr/>
        <a:lstStyle/>
        <a:p>
          <a:endParaRPr lang="en-US"/>
        </a:p>
      </dgm:t>
    </dgm:pt>
    <dgm:pt modelId="{07D21109-19EC-4142-8B56-DA224976284C}" type="sibTrans" cxnId="{B2C82D91-E56E-4E0B-B46D-8C1B1BB2F424}">
      <dgm:prSet/>
      <dgm:spPr/>
      <dgm:t>
        <a:bodyPr/>
        <a:lstStyle/>
        <a:p>
          <a:endParaRPr lang="en-US"/>
        </a:p>
      </dgm:t>
    </dgm:pt>
    <dgm:pt modelId="{387D87AC-110C-4E88-A89B-1C37076F56D1}">
      <dgm:prSet/>
      <dgm:spPr/>
      <dgm:t>
        <a:bodyPr/>
        <a:lstStyle/>
        <a:p>
          <a:r>
            <a:rPr lang="en-US"/>
            <a:t>⏰ Time Filters: 30 days, 90 days, monthly, yearly, all-time</a:t>
          </a:r>
        </a:p>
      </dgm:t>
    </dgm:pt>
    <dgm:pt modelId="{72162CB9-8D2C-4A12-A86F-8608FB7E80B8}" type="parTrans" cxnId="{FC199A0A-012E-44AC-8DB2-F16981FB262A}">
      <dgm:prSet/>
      <dgm:spPr/>
      <dgm:t>
        <a:bodyPr/>
        <a:lstStyle/>
        <a:p>
          <a:endParaRPr lang="en-US"/>
        </a:p>
      </dgm:t>
    </dgm:pt>
    <dgm:pt modelId="{0BE92C26-DC08-464B-AC35-6BA9AB42E661}" type="sibTrans" cxnId="{FC199A0A-012E-44AC-8DB2-F16981FB262A}">
      <dgm:prSet/>
      <dgm:spPr/>
      <dgm:t>
        <a:bodyPr/>
        <a:lstStyle/>
        <a:p>
          <a:endParaRPr lang="en-US"/>
        </a:p>
      </dgm:t>
    </dgm:pt>
    <dgm:pt modelId="{7044A600-FBC7-41BC-B0E8-5441FDC5EC66}">
      <dgm:prSet/>
      <dgm:spPr/>
      <dgm:t>
        <a:bodyPr/>
        <a:lstStyle/>
        <a:p>
          <a:r>
            <a:rPr lang="en-US"/>
            <a:t>🔍 Text Search: Description-based filtering</a:t>
          </a:r>
        </a:p>
      </dgm:t>
    </dgm:pt>
    <dgm:pt modelId="{2C186C62-91C3-43E5-96B5-3352707760FD}" type="parTrans" cxnId="{A554FF94-0F5B-47C0-B626-E4B4A5B139E6}">
      <dgm:prSet/>
      <dgm:spPr/>
      <dgm:t>
        <a:bodyPr/>
        <a:lstStyle/>
        <a:p>
          <a:endParaRPr lang="en-US"/>
        </a:p>
      </dgm:t>
    </dgm:pt>
    <dgm:pt modelId="{EA5829CE-7017-4806-808E-A1965232C65C}" type="sibTrans" cxnId="{A554FF94-0F5B-47C0-B626-E4B4A5B139E6}">
      <dgm:prSet/>
      <dgm:spPr/>
      <dgm:t>
        <a:bodyPr/>
        <a:lstStyle/>
        <a:p>
          <a:endParaRPr lang="en-US"/>
        </a:p>
      </dgm:t>
    </dgm:pt>
    <dgm:pt modelId="{8833565B-09E9-4B27-814E-071654347356}">
      <dgm:prSet/>
      <dgm:spPr/>
      <dgm:t>
        <a:bodyPr/>
        <a:lstStyle/>
        <a:p>
          <a:r>
            <a:rPr lang="en-US"/>
            <a:t>📊 Sorting Options: Date, amount (ascending/descending)</a:t>
          </a:r>
        </a:p>
      </dgm:t>
    </dgm:pt>
    <dgm:pt modelId="{0173ECCC-E490-44CE-BE2A-A1D061906D93}" type="parTrans" cxnId="{5D3016ED-FF31-4D3C-93CB-AECE597E3A67}">
      <dgm:prSet/>
      <dgm:spPr/>
      <dgm:t>
        <a:bodyPr/>
        <a:lstStyle/>
        <a:p>
          <a:endParaRPr lang="en-US"/>
        </a:p>
      </dgm:t>
    </dgm:pt>
    <dgm:pt modelId="{25A79EEB-1EB4-41DC-9E1B-4CC563C71D4A}" type="sibTrans" cxnId="{5D3016ED-FF31-4D3C-93CB-AECE597E3A67}">
      <dgm:prSet/>
      <dgm:spPr/>
      <dgm:t>
        <a:bodyPr/>
        <a:lstStyle/>
        <a:p>
          <a:endParaRPr lang="en-US"/>
        </a:p>
      </dgm:t>
    </dgm:pt>
    <dgm:pt modelId="{A0E69029-E7DA-4B6F-AC23-52F81C051A32}">
      <dgm:prSet/>
      <dgm:spPr/>
      <dgm:t>
        <a:bodyPr/>
        <a:lstStyle/>
        <a:p>
          <a:r>
            <a:rPr lang="en-US"/>
            <a:t>🏷️ Category Filters: View by specific categories</a:t>
          </a:r>
        </a:p>
      </dgm:t>
    </dgm:pt>
    <dgm:pt modelId="{6CE2132D-859C-47F8-AC95-34D40EF1FB1E}" type="parTrans" cxnId="{BC5A1BE4-2D06-45AA-B4C3-7EEAD5FBD4D2}">
      <dgm:prSet/>
      <dgm:spPr/>
      <dgm:t>
        <a:bodyPr/>
        <a:lstStyle/>
        <a:p>
          <a:endParaRPr lang="en-US"/>
        </a:p>
      </dgm:t>
    </dgm:pt>
    <dgm:pt modelId="{04A9685F-D55C-43C7-B08A-839CCDDAECDC}" type="sibTrans" cxnId="{BC5A1BE4-2D06-45AA-B4C3-7EEAD5FBD4D2}">
      <dgm:prSet/>
      <dgm:spPr/>
      <dgm:t>
        <a:bodyPr/>
        <a:lstStyle/>
        <a:p>
          <a:endParaRPr lang="en-US"/>
        </a:p>
      </dgm:t>
    </dgm:pt>
    <dgm:pt modelId="{261FEE42-FB8F-483F-B634-19AAF9CF8EF4}">
      <dgm:prSet/>
      <dgm:spPr/>
      <dgm:t>
        <a:bodyPr/>
        <a:lstStyle/>
        <a:p>
          <a:r>
            <a:rPr lang="en-US"/>
            <a:t>🔄 Live Updates: Instant filter results</a:t>
          </a:r>
        </a:p>
      </dgm:t>
    </dgm:pt>
    <dgm:pt modelId="{4901EF7B-2F55-4D9E-A55D-7BA7AEC5CB23}" type="parTrans" cxnId="{7250363C-6F5D-4A33-B23F-E50C63D45E59}">
      <dgm:prSet/>
      <dgm:spPr/>
      <dgm:t>
        <a:bodyPr/>
        <a:lstStyle/>
        <a:p>
          <a:endParaRPr lang="en-US"/>
        </a:p>
      </dgm:t>
    </dgm:pt>
    <dgm:pt modelId="{C3972B03-CD75-41DE-9D7A-A5C043506204}" type="sibTrans" cxnId="{7250363C-6F5D-4A33-B23F-E50C63D45E59}">
      <dgm:prSet/>
      <dgm:spPr/>
      <dgm:t>
        <a:bodyPr/>
        <a:lstStyle/>
        <a:p>
          <a:endParaRPr lang="en-US"/>
        </a:p>
      </dgm:t>
    </dgm:pt>
    <dgm:pt modelId="{848B249C-A654-4F3C-92C5-087080A4AF35}">
      <dgm:prSet/>
      <dgm:spPr/>
      <dgm:t>
        <a:bodyPr/>
        <a:lstStyle/>
        <a:p>
          <a:r>
            <a:rPr lang="en-US"/>
            <a:t>User Experience:</a:t>
          </a:r>
        </a:p>
      </dgm:t>
    </dgm:pt>
    <dgm:pt modelId="{AC4E64B4-DDB0-455E-AE28-86C244F2341E}" type="parTrans" cxnId="{154955FF-EF56-43E2-BEED-84DF726334DB}">
      <dgm:prSet/>
      <dgm:spPr/>
      <dgm:t>
        <a:bodyPr/>
        <a:lstStyle/>
        <a:p>
          <a:endParaRPr lang="en-US"/>
        </a:p>
      </dgm:t>
    </dgm:pt>
    <dgm:pt modelId="{836EE18D-CF31-41E5-90E8-EF17BA8BC7D4}" type="sibTrans" cxnId="{154955FF-EF56-43E2-BEED-84DF726334DB}">
      <dgm:prSet/>
      <dgm:spPr/>
      <dgm:t>
        <a:bodyPr/>
        <a:lstStyle/>
        <a:p>
          <a:endParaRPr lang="en-US"/>
        </a:p>
      </dgm:t>
    </dgm:pt>
    <dgm:pt modelId="{575EF05C-0A08-4F73-8AD6-C64BA6AF3D91}">
      <dgm:prSet/>
      <dgm:spPr/>
      <dgm:t>
        <a:bodyPr/>
        <a:lstStyle/>
        <a:p>
          <a:r>
            <a:rPr lang="en-US"/>
            <a:t>Clear filter indicators</a:t>
          </a:r>
        </a:p>
      </dgm:t>
    </dgm:pt>
    <dgm:pt modelId="{37EADE27-414F-44EE-A6E3-C13AB64B8958}" type="parTrans" cxnId="{7904F04B-9464-4428-9796-DD0C56F2CC2B}">
      <dgm:prSet/>
      <dgm:spPr/>
      <dgm:t>
        <a:bodyPr/>
        <a:lstStyle/>
        <a:p>
          <a:endParaRPr lang="en-US"/>
        </a:p>
      </dgm:t>
    </dgm:pt>
    <dgm:pt modelId="{B80DAB0C-5992-4EF1-8B03-E8684D6F9AF6}" type="sibTrans" cxnId="{7904F04B-9464-4428-9796-DD0C56F2CC2B}">
      <dgm:prSet/>
      <dgm:spPr/>
      <dgm:t>
        <a:bodyPr/>
        <a:lstStyle/>
        <a:p>
          <a:endParaRPr lang="en-US"/>
        </a:p>
      </dgm:t>
    </dgm:pt>
    <dgm:pt modelId="{112D14E2-FBA2-4A6D-9C20-A48FBED822F5}">
      <dgm:prSet/>
      <dgm:spPr/>
      <dgm:t>
        <a:bodyPr/>
        <a:lstStyle/>
        <a:p>
          <a:r>
            <a:rPr lang="en-US"/>
            <a:t>Result count display</a:t>
          </a:r>
        </a:p>
      </dgm:t>
    </dgm:pt>
    <dgm:pt modelId="{86BF796B-40B6-4303-92A7-0AA2BA867300}" type="parTrans" cxnId="{20D847F1-6651-4409-B1B6-668B1823C65C}">
      <dgm:prSet/>
      <dgm:spPr/>
      <dgm:t>
        <a:bodyPr/>
        <a:lstStyle/>
        <a:p>
          <a:endParaRPr lang="en-US"/>
        </a:p>
      </dgm:t>
    </dgm:pt>
    <dgm:pt modelId="{850DA754-3C48-4E68-981C-F62F86D4DC35}" type="sibTrans" cxnId="{20D847F1-6651-4409-B1B6-668B1823C65C}">
      <dgm:prSet/>
      <dgm:spPr/>
      <dgm:t>
        <a:bodyPr/>
        <a:lstStyle/>
        <a:p>
          <a:endParaRPr lang="en-US"/>
        </a:p>
      </dgm:t>
    </dgm:pt>
    <dgm:pt modelId="{21EC2850-5FB2-4F37-AD65-E855688AB0EE}">
      <dgm:prSet/>
      <dgm:spPr/>
      <dgm:t>
        <a:bodyPr/>
        <a:lstStyle/>
        <a:p>
          <a:r>
            <a:rPr lang="en-US"/>
            <a:t>Preset time periods</a:t>
          </a:r>
        </a:p>
      </dgm:t>
    </dgm:pt>
    <dgm:pt modelId="{F44A362D-4651-4B64-8AC6-1F8284BC6F4C}" type="parTrans" cxnId="{43458FB6-1FC3-4D42-9217-93B38505CE05}">
      <dgm:prSet/>
      <dgm:spPr/>
      <dgm:t>
        <a:bodyPr/>
        <a:lstStyle/>
        <a:p>
          <a:endParaRPr lang="en-US"/>
        </a:p>
      </dgm:t>
    </dgm:pt>
    <dgm:pt modelId="{191FA88B-571E-480C-95E6-78BECFBE8390}" type="sibTrans" cxnId="{43458FB6-1FC3-4D42-9217-93B38505CE05}">
      <dgm:prSet/>
      <dgm:spPr/>
      <dgm:t>
        <a:bodyPr/>
        <a:lstStyle/>
        <a:p>
          <a:endParaRPr lang="en-US"/>
        </a:p>
      </dgm:t>
    </dgm:pt>
    <dgm:pt modelId="{0F250AC6-2333-4B78-8D4A-290BB8D5134F}">
      <dgm:prSet/>
      <dgm:spPr/>
      <dgm:t>
        <a:bodyPr/>
        <a:lstStyle/>
        <a:p>
          <a:r>
            <a:rPr lang="en-US"/>
            <a:t>Combined filtering</a:t>
          </a:r>
        </a:p>
      </dgm:t>
    </dgm:pt>
    <dgm:pt modelId="{6C2C6A90-9BA1-4280-A679-E6C18F41F582}" type="parTrans" cxnId="{75012D02-F0B1-4362-9CC8-E27AC4C1559B}">
      <dgm:prSet/>
      <dgm:spPr/>
      <dgm:t>
        <a:bodyPr/>
        <a:lstStyle/>
        <a:p>
          <a:endParaRPr lang="en-US"/>
        </a:p>
      </dgm:t>
    </dgm:pt>
    <dgm:pt modelId="{87C21FC1-DB64-43A0-B279-EA729D56E43F}" type="sibTrans" cxnId="{75012D02-F0B1-4362-9CC8-E27AC4C1559B}">
      <dgm:prSet/>
      <dgm:spPr/>
      <dgm:t>
        <a:bodyPr/>
        <a:lstStyle/>
        <a:p>
          <a:endParaRPr lang="en-US"/>
        </a:p>
      </dgm:t>
    </dgm:pt>
    <dgm:pt modelId="{0F547B14-44C0-4A97-A5BA-1A2F8A40DCFA}" type="pres">
      <dgm:prSet presAssocID="{EE7D33F1-B974-459C-86B0-F84D998DC3FF}" presName="diagram" presStyleCnt="0">
        <dgm:presLayoutVars>
          <dgm:dir/>
          <dgm:resizeHandles val="exact"/>
        </dgm:presLayoutVars>
      </dgm:prSet>
      <dgm:spPr/>
    </dgm:pt>
    <dgm:pt modelId="{4DBA5973-D3D5-4FE0-9718-BAF30448DAF0}" type="pres">
      <dgm:prSet presAssocID="{4DAB6384-C5F7-45B4-BB84-72EDD9C1A0DF}" presName="node" presStyleLbl="node1" presStyleIdx="0" presStyleCnt="11">
        <dgm:presLayoutVars>
          <dgm:bulletEnabled val="1"/>
        </dgm:presLayoutVars>
      </dgm:prSet>
      <dgm:spPr/>
    </dgm:pt>
    <dgm:pt modelId="{C42912AF-90EA-4C3C-B257-65A2BB723503}" type="pres">
      <dgm:prSet presAssocID="{07D21109-19EC-4142-8B56-DA224976284C}" presName="sibTrans" presStyleCnt="0"/>
      <dgm:spPr/>
    </dgm:pt>
    <dgm:pt modelId="{EEA47CD2-F5A1-4549-8A81-48FF6DDA8E40}" type="pres">
      <dgm:prSet presAssocID="{387D87AC-110C-4E88-A89B-1C37076F56D1}" presName="node" presStyleLbl="node1" presStyleIdx="1" presStyleCnt="11">
        <dgm:presLayoutVars>
          <dgm:bulletEnabled val="1"/>
        </dgm:presLayoutVars>
      </dgm:prSet>
      <dgm:spPr/>
    </dgm:pt>
    <dgm:pt modelId="{19D1B952-4318-4A51-A67B-4935AEA1A5D8}" type="pres">
      <dgm:prSet presAssocID="{0BE92C26-DC08-464B-AC35-6BA9AB42E661}" presName="sibTrans" presStyleCnt="0"/>
      <dgm:spPr/>
    </dgm:pt>
    <dgm:pt modelId="{28CD96C8-CE99-4E0D-AF2A-8EF807F86A0A}" type="pres">
      <dgm:prSet presAssocID="{7044A600-FBC7-41BC-B0E8-5441FDC5EC66}" presName="node" presStyleLbl="node1" presStyleIdx="2" presStyleCnt="11">
        <dgm:presLayoutVars>
          <dgm:bulletEnabled val="1"/>
        </dgm:presLayoutVars>
      </dgm:prSet>
      <dgm:spPr/>
    </dgm:pt>
    <dgm:pt modelId="{FDDD9820-F4FE-4FFE-830C-3448074C97E4}" type="pres">
      <dgm:prSet presAssocID="{EA5829CE-7017-4806-808E-A1965232C65C}" presName="sibTrans" presStyleCnt="0"/>
      <dgm:spPr/>
    </dgm:pt>
    <dgm:pt modelId="{E64F04B8-2D9D-4735-A521-E0DA009D720E}" type="pres">
      <dgm:prSet presAssocID="{8833565B-09E9-4B27-814E-071654347356}" presName="node" presStyleLbl="node1" presStyleIdx="3" presStyleCnt="11">
        <dgm:presLayoutVars>
          <dgm:bulletEnabled val="1"/>
        </dgm:presLayoutVars>
      </dgm:prSet>
      <dgm:spPr/>
    </dgm:pt>
    <dgm:pt modelId="{3C6A65A8-8963-45D5-954C-9E85FE66BF31}" type="pres">
      <dgm:prSet presAssocID="{25A79EEB-1EB4-41DC-9E1B-4CC563C71D4A}" presName="sibTrans" presStyleCnt="0"/>
      <dgm:spPr/>
    </dgm:pt>
    <dgm:pt modelId="{808BC2E5-0C93-4250-9B3A-90E77E5B20D8}" type="pres">
      <dgm:prSet presAssocID="{A0E69029-E7DA-4B6F-AC23-52F81C051A32}" presName="node" presStyleLbl="node1" presStyleIdx="4" presStyleCnt="11">
        <dgm:presLayoutVars>
          <dgm:bulletEnabled val="1"/>
        </dgm:presLayoutVars>
      </dgm:prSet>
      <dgm:spPr/>
    </dgm:pt>
    <dgm:pt modelId="{AB6295B9-1AC6-4400-ACB2-88EB676B37B0}" type="pres">
      <dgm:prSet presAssocID="{04A9685F-D55C-43C7-B08A-839CCDDAECDC}" presName="sibTrans" presStyleCnt="0"/>
      <dgm:spPr/>
    </dgm:pt>
    <dgm:pt modelId="{D167499A-10E1-47B9-AAD4-94E964A2252C}" type="pres">
      <dgm:prSet presAssocID="{261FEE42-FB8F-483F-B634-19AAF9CF8EF4}" presName="node" presStyleLbl="node1" presStyleIdx="5" presStyleCnt="11">
        <dgm:presLayoutVars>
          <dgm:bulletEnabled val="1"/>
        </dgm:presLayoutVars>
      </dgm:prSet>
      <dgm:spPr/>
    </dgm:pt>
    <dgm:pt modelId="{A0954272-F112-4057-9A4C-EDA10A5560E5}" type="pres">
      <dgm:prSet presAssocID="{C3972B03-CD75-41DE-9D7A-A5C043506204}" presName="sibTrans" presStyleCnt="0"/>
      <dgm:spPr/>
    </dgm:pt>
    <dgm:pt modelId="{8EB5A155-6195-4066-87C3-2E0A02F1FE5C}" type="pres">
      <dgm:prSet presAssocID="{848B249C-A654-4F3C-92C5-087080A4AF35}" presName="node" presStyleLbl="node1" presStyleIdx="6" presStyleCnt="11">
        <dgm:presLayoutVars>
          <dgm:bulletEnabled val="1"/>
        </dgm:presLayoutVars>
      </dgm:prSet>
      <dgm:spPr/>
    </dgm:pt>
    <dgm:pt modelId="{1A8E7661-EAC8-4B9F-8254-8B6EC272591A}" type="pres">
      <dgm:prSet presAssocID="{836EE18D-CF31-41E5-90E8-EF17BA8BC7D4}" presName="sibTrans" presStyleCnt="0"/>
      <dgm:spPr/>
    </dgm:pt>
    <dgm:pt modelId="{14C4C950-15C7-4985-94FB-AA8D84698CAA}" type="pres">
      <dgm:prSet presAssocID="{575EF05C-0A08-4F73-8AD6-C64BA6AF3D91}" presName="node" presStyleLbl="node1" presStyleIdx="7" presStyleCnt="11">
        <dgm:presLayoutVars>
          <dgm:bulletEnabled val="1"/>
        </dgm:presLayoutVars>
      </dgm:prSet>
      <dgm:spPr/>
    </dgm:pt>
    <dgm:pt modelId="{AB21EDE8-04EA-49FE-AA62-785B59C71603}" type="pres">
      <dgm:prSet presAssocID="{B80DAB0C-5992-4EF1-8B03-E8684D6F9AF6}" presName="sibTrans" presStyleCnt="0"/>
      <dgm:spPr/>
    </dgm:pt>
    <dgm:pt modelId="{0DBCC91E-7154-4E8D-B66C-8B785F797E39}" type="pres">
      <dgm:prSet presAssocID="{112D14E2-FBA2-4A6D-9C20-A48FBED822F5}" presName="node" presStyleLbl="node1" presStyleIdx="8" presStyleCnt="11">
        <dgm:presLayoutVars>
          <dgm:bulletEnabled val="1"/>
        </dgm:presLayoutVars>
      </dgm:prSet>
      <dgm:spPr/>
    </dgm:pt>
    <dgm:pt modelId="{15D05D01-E2C5-4E4E-ACC8-27EBBA766F02}" type="pres">
      <dgm:prSet presAssocID="{850DA754-3C48-4E68-981C-F62F86D4DC35}" presName="sibTrans" presStyleCnt="0"/>
      <dgm:spPr/>
    </dgm:pt>
    <dgm:pt modelId="{EA5D1B64-443C-4B52-840F-0FFFA276D876}" type="pres">
      <dgm:prSet presAssocID="{21EC2850-5FB2-4F37-AD65-E855688AB0EE}" presName="node" presStyleLbl="node1" presStyleIdx="9" presStyleCnt="11">
        <dgm:presLayoutVars>
          <dgm:bulletEnabled val="1"/>
        </dgm:presLayoutVars>
      </dgm:prSet>
      <dgm:spPr/>
    </dgm:pt>
    <dgm:pt modelId="{D95D59E7-1ACE-4400-A99F-16C7E22DA8B9}" type="pres">
      <dgm:prSet presAssocID="{191FA88B-571E-480C-95E6-78BECFBE8390}" presName="sibTrans" presStyleCnt="0"/>
      <dgm:spPr/>
    </dgm:pt>
    <dgm:pt modelId="{B00D0E22-6DAA-42A0-9774-FB809C8E3870}" type="pres">
      <dgm:prSet presAssocID="{0F250AC6-2333-4B78-8D4A-290BB8D5134F}" presName="node" presStyleLbl="node1" presStyleIdx="10" presStyleCnt="11">
        <dgm:presLayoutVars>
          <dgm:bulletEnabled val="1"/>
        </dgm:presLayoutVars>
      </dgm:prSet>
      <dgm:spPr/>
    </dgm:pt>
  </dgm:ptLst>
  <dgm:cxnLst>
    <dgm:cxn modelId="{75012D02-F0B1-4362-9CC8-E27AC4C1559B}" srcId="{EE7D33F1-B974-459C-86B0-F84D998DC3FF}" destId="{0F250AC6-2333-4B78-8D4A-290BB8D5134F}" srcOrd="10" destOrd="0" parTransId="{6C2C6A90-9BA1-4280-A679-E6C18F41F582}" sibTransId="{87C21FC1-DB64-43A0-B279-EA729D56E43F}"/>
    <dgm:cxn modelId="{FC199A0A-012E-44AC-8DB2-F16981FB262A}" srcId="{EE7D33F1-B974-459C-86B0-F84D998DC3FF}" destId="{387D87AC-110C-4E88-A89B-1C37076F56D1}" srcOrd="1" destOrd="0" parTransId="{72162CB9-8D2C-4A12-A86F-8608FB7E80B8}" sibTransId="{0BE92C26-DC08-464B-AC35-6BA9AB42E661}"/>
    <dgm:cxn modelId="{EEBD800D-C689-4F47-B835-9B11BCA7DF00}" type="presOf" srcId="{387D87AC-110C-4E88-A89B-1C37076F56D1}" destId="{EEA47CD2-F5A1-4549-8A81-48FF6DDA8E40}" srcOrd="0" destOrd="0" presId="urn:microsoft.com/office/officeart/2005/8/layout/default"/>
    <dgm:cxn modelId="{26EA001A-D5B8-47CE-B985-A171D1ECA4FD}" type="presOf" srcId="{0F250AC6-2333-4B78-8D4A-290BB8D5134F}" destId="{B00D0E22-6DAA-42A0-9774-FB809C8E3870}" srcOrd="0" destOrd="0" presId="urn:microsoft.com/office/officeart/2005/8/layout/default"/>
    <dgm:cxn modelId="{5CD8E332-E88A-42DB-B2BA-A3C05870DD3D}" type="presOf" srcId="{4DAB6384-C5F7-45B4-BB84-72EDD9C1A0DF}" destId="{4DBA5973-D3D5-4FE0-9718-BAF30448DAF0}" srcOrd="0" destOrd="0" presId="urn:microsoft.com/office/officeart/2005/8/layout/default"/>
    <dgm:cxn modelId="{7250363C-6F5D-4A33-B23F-E50C63D45E59}" srcId="{EE7D33F1-B974-459C-86B0-F84D998DC3FF}" destId="{261FEE42-FB8F-483F-B634-19AAF9CF8EF4}" srcOrd="5" destOrd="0" parTransId="{4901EF7B-2F55-4D9E-A55D-7BA7AEC5CB23}" sibTransId="{C3972B03-CD75-41DE-9D7A-A5C043506204}"/>
    <dgm:cxn modelId="{107E7945-E9C3-41E0-BD7C-2161DDE7A5A8}" type="presOf" srcId="{261FEE42-FB8F-483F-B634-19AAF9CF8EF4}" destId="{D167499A-10E1-47B9-AAD4-94E964A2252C}" srcOrd="0" destOrd="0" presId="urn:microsoft.com/office/officeart/2005/8/layout/default"/>
    <dgm:cxn modelId="{843FC866-CA6A-4963-B1CE-1EA361367EC7}" type="presOf" srcId="{575EF05C-0A08-4F73-8AD6-C64BA6AF3D91}" destId="{14C4C950-15C7-4985-94FB-AA8D84698CAA}" srcOrd="0" destOrd="0" presId="urn:microsoft.com/office/officeart/2005/8/layout/default"/>
    <dgm:cxn modelId="{7904F04B-9464-4428-9796-DD0C56F2CC2B}" srcId="{EE7D33F1-B974-459C-86B0-F84D998DC3FF}" destId="{575EF05C-0A08-4F73-8AD6-C64BA6AF3D91}" srcOrd="7" destOrd="0" parTransId="{37EADE27-414F-44EE-A6E3-C13AB64B8958}" sibTransId="{B80DAB0C-5992-4EF1-8B03-E8684D6F9AF6}"/>
    <dgm:cxn modelId="{826D498B-72A8-4A6E-BCFE-01D7CE0DDCBF}" type="presOf" srcId="{8833565B-09E9-4B27-814E-071654347356}" destId="{E64F04B8-2D9D-4735-A521-E0DA009D720E}" srcOrd="0" destOrd="0" presId="urn:microsoft.com/office/officeart/2005/8/layout/default"/>
    <dgm:cxn modelId="{B2C82D91-E56E-4E0B-B46D-8C1B1BB2F424}" srcId="{EE7D33F1-B974-459C-86B0-F84D998DC3FF}" destId="{4DAB6384-C5F7-45B4-BB84-72EDD9C1A0DF}" srcOrd="0" destOrd="0" parTransId="{1026878C-61E7-4C75-8AD4-C04E61913FC2}" sibTransId="{07D21109-19EC-4142-8B56-DA224976284C}"/>
    <dgm:cxn modelId="{A554FF94-0F5B-47C0-B626-E4B4A5B139E6}" srcId="{EE7D33F1-B974-459C-86B0-F84D998DC3FF}" destId="{7044A600-FBC7-41BC-B0E8-5441FDC5EC66}" srcOrd="2" destOrd="0" parTransId="{2C186C62-91C3-43E5-96B5-3352707760FD}" sibTransId="{EA5829CE-7017-4806-808E-A1965232C65C}"/>
    <dgm:cxn modelId="{79885B95-5122-4B94-A71C-47C7E1430D2B}" type="presOf" srcId="{EE7D33F1-B974-459C-86B0-F84D998DC3FF}" destId="{0F547B14-44C0-4A97-A5BA-1A2F8A40DCFA}" srcOrd="0" destOrd="0" presId="urn:microsoft.com/office/officeart/2005/8/layout/default"/>
    <dgm:cxn modelId="{31087FA0-75F7-4ACF-A152-C58D4BD59D2C}" type="presOf" srcId="{112D14E2-FBA2-4A6D-9C20-A48FBED822F5}" destId="{0DBCC91E-7154-4E8D-B66C-8B785F797E39}" srcOrd="0" destOrd="0" presId="urn:microsoft.com/office/officeart/2005/8/layout/default"/>
    <dgm:cxn modelId="{43458FB6-1FC3-4D42-9217-93B38505CE05}" srcId="{EE7D33F1-B974-459C-86B0-F84D998DC3FF}" destId="{21EC2850-5FB2-4F37-AD65-E855688AB0EE}" srcOrd="9" destOrd="0" parTransId="{F44A362D-4651-4B64-8AC6-1F8284BC6F4C}" sibTransId="{191FA88B-571E-480C-95E6-78BECFBE8390}"/>
    <dgm:cxn modelId="{88D009C0-9A93-405B-B133-C1B34B3D108C}" type="presOf" srcId="{21EC2850-5FB2-4F37-AD65-E855688AB0EE}" destId="{EA5D1B64-443C-4B52-840F-0FFFA276D876}" srcOrd="0" destOrd="0" presId="urn:microsoft.com/office/officeart/2005/8/layout/default"/>
    <dgm:cxn modelId="{10C27ADB-1E77-4E94-94E3-BED8B926AFD9}" type="presOf" srcId="{7044A600-FBC7-41BC-B0E8-5441FDC5EC66}" destId="{28CD96C8-CE99-4E0D-AF2A-8EF807F86A0A}" srcOrd="0" destOrd="0" presId="urn:microsoft.com/office/officeart/2005/8/layout/default"/>
    <dgm:cxn modelId="{BC5A1BE4-2D06-45AA-B4C3-7EEAD5FBD4D2}" srcId="{EE7D33F1-B974-459C-86B0-F84D998DC3FF}" destId="{A0E69029-E7DA-4B6F-AC23-52F81C051A32}" srcOrd="4" destOrd="0" parTransId="{6CE2132D-859C-47F8-AC95-34D40EF1FB1E}" sibTransId="{04A9685F-D55C-43C7-B08A-839CCDDAECDC}"/>
    <dgm:cxn modelId="{5D3016ED-FF31-4D3C-93CB-AECE597E3A67}" srcId="{EE7D33F1-B974-459C-86B0-F84D998DC3FF}" destId="{8833565B-09E9-4B27-814E-071654347356}" srcOrd="3" destOrd="0" parTransId="{0173ECCC-E490-44CE-BE2A-A1D061906D93}" sibTransId="{25A79EEB-1EB4-41DC-9E1B-4CC563C71D4A}"/>
    <dgm:cxn modelId="{20D847F1-6651-4409-B1B6-668B1823C65C}" srcId="{EE7D33F1-B974-459C-86B0-F84D998DC3FF}" destId="{112D14E2-FBA2-4A6D-9C20-A48FBED822F5}" srcOrd="8" destOrd="0" parTransId="{86BF796B-40B6-4303-92A7-0AA2BA867300}" sibTransId="{850DA754-3C48-4E68-981C-F62F86D4DC35}"/>
    <dgm:cxn modelId="{973AD3FD-575D-40B9-9AEA-8295F17722D4}" type="presOf" srcId="{A0E69029-E7DA-4B6F-AC23-52F81C051A32}" destId="{808BC2E5-0C93-4250-9B3A-90E77E5B20D8}" srcOrd="0" destOrd="0" presId="urn:microsoft.com/office/officeart/2005/8/layout/default"/>
    <dgm:cxn modelId="{D5D43EFE-99E9-4BFA-A5B4-08537CAD313B}" type="presOf" srcId="{848B249C-A654-4F3C-92C5-087080A4AF35}" destId="{8EB5A155-6195-4066-87C3-2E0A02F1FE5C}" srcOrd="0" destOrd="0" presId="urn:microsoft.com/office/officeart/2005/8/layout/default"/>
    <dgm:cxn modelId="{154955FF-EF56-43E2-BEED-84DF726334DB}" srcId="{EE7D33F1-B974-459C-86B0-F84D998DC3FF}" destId="{848B249C-A654-4F3C-92C5-087080A4AF35}" srcOrd="6" destOrd="0" parTransId="{AC4E64B4-DDB0-455E-AE28-86C244F2341E}" sibTransId="{836EE18D-CF31-41E5-90E8-EF17BA8BC7D4}"/>
    <dgm:cxn modelId="{A0826CA0-7386-4E30-9C21-2719BF4D6CD9}" type="presParOf" srcId="{0F547B14-44C0-4A97-A5BA-1A2F8A40DCFA}" destId="{4DBA5973-D3D5-4FE0-9718-BAF30448DAF0}" srcOrd="0" destOrd="0" presId="urn:microsoft.com/office/officeart/2005/8/layout/default"/>
    <dgm:cxn modelId="{A002D5C5-C03F-4FAD-9510-0FB4AEE01BE5}" type="presParOf" srcId="{0F547B14-44C0-4A97-A5BA-1A2F8A40DCFA}" destId="{C42912AF-90EA-4C3C-B257-65A2BB723503}" srcOrd="1" destOrd="0" presId="urn:microsoft.com/office/officeart/2005/8/layout/default"/>
    <dgm:cxn modelId="{0861541D-CAA3-44B6-860A-F66840DFEB98}" type="presParOf" srcId="{0F547B14-44C0-4A97-A5BA-1A2F8A40DCFA}" destId="{EEA47CD2-F5A1-4549-8A81-48FF6DDA8E40}" srcOrd="2" destOrd="0" presId="urn:microsoft.com/office/officeart/2005/8/layout/default"/>
    <dgm:cxn modelId="{CADA66D4-31E8-459A-9845-5C6DEA1CE489}" type="presParOf" srcId="{0F547B14-44C0-4A97-A5BA-1A2F8A40DCFA}" destId="{19D1B952-4318-4A51-A67B-4935AEA1A5D8}" srcOrd="3" destOrd="0" presId="urn:microsoft.com/office/officeart/2005/8/layout/default"/>
    <dgm:cxn modelId="{26F1D5B5-8821-4524-86CA-5EC2FD8D795A}" type="presParOf" srcId="{0F547B14-44C0-4A97-A5BA-1A2F8A40DCFA}" destId="{28CD96C8-CE99-4E0D-AF2A-8EF807F86A0A}" srcOrd="4" destOrd="0" presId="urn:microsoft.com/office/officeart/2005/8/layout/default"/>
    <dgm:cxn modelId="{0EE7CAEA-24C1-49EC-A346-73411B0DD473}" type="presParOf" srcId="{0F547B14-44C0-4A97-A5BA-1A2F8A40DCFA}" destId="{FDDD9820-F4FE-4FFE-830C-3448074C97E4}" srcOrd="5" destOrd="0" presId="urn:microsoft.com/office/officeart/2005/8/layout/default"/>
    <dgm:cxn modelId="{235FF819-68D2-4729-B5FD-2568345585B6}" type="presParOf" srcId="{0F547B14-44C0-4A97-A5BA-1A2F8A40DCFA}" destId="{E64F04B8-2D9D-4735-A521-E0DA009D720E}" srcOrd="6" destOrd="0" presId="urn:microsoft.com/office/officeart/2005/8/layout/default"/>
    <dgm:cxn modelId="{8CF9C3C2-83CA-43EE-8F3E-43A16B6E7388}" type="presParOf" srcId="{0F547B14-44C0-4A97-A5BA-1A2F8A40DCFA}" destId="{3C6A65A8-8963-45D5-954C-9E85FE66BF31}" srcOrd="7" destOrd="0" presId="urn:microsoft.com/office/officeart/2005/8/layout/default"/>
    <dgm:cxn modelId="{4F0A3F8F-FA84-4D0B-A792-64F2D0333088}" type="presParOf" srcId="{0F547B14-44C0-4A97-A5BA-1A2F8A40DCFA}" destId="{808BC2E5-0C93-4250-9B3A-90E77E5B20D8}" srcOrd="8" destOrd="0" presId="urn:microsoft.com/office/officeart/2005/8/layout/default"/>
    <dgm:cxn modelId="{04E946DC-B3F8-4CED-BE10-BA09B43D352F}" type="presParOf" srcId="{0F547B14-44C0-4A97-A5BA-1A2F8A40DCFA}" destId="{AB6295B9-1AC6-4400-ACB2-88EB676B37B0}" srcOrd="9" destOrd="0" presId="urn:microsoft.com/office/officeart/2005/8/layout/default"/>
    <dgm:cxn modelId="{F7187B2A-1376-446C-8735-DFC432DBA7E7}" type="presParOf" srcId="{0F547B14-44C0-4A97-A5BA-1A2F8A40DCFA}" destId="{D167499A-10E1-47B9-AAD4-94E964A2252C}" srcOrd="10" destOrd="0" presId="urn:microsoft.com/office/officeart/2005/8/layout/default"/>
    <dgm:cxn modelId="{532F69C6-D0A3-444C-A832-CF3870ECBF5E}" type="presParOf" srcId="{0F547B14-44C0-4A97-A5BA-1A2F8A40DCFA}" destId="{A0954272-F112-4057-9A4C-EDA10A5560E5}" srcOrd="11" destOrd="0" presId="urn:microsoft.com/office/officeart/2005/8/layout/default"/>
    <dgm:cxn modelId="{EADA0B50-F069-4F3E-A870-53A25AEFDE72}" type="presParOf" srcId="{0F547B14-44C0-4A97-A5BA-1A2F8A40DCFA}" destId="{8EB5A155-6195-4066-87C3-2E0A02F1FE5C}" srcOrd="12" destOrd="0" presId="urn:microsoft.com/office/officeart/2005/8/layout/default"/>
    <dgm:cxn modelId="{012A92F4-932C-4023-9954-EC4BBCB5D706}" type="presParOf" srcId="{0F547B14-44C0-4A97-A5BA-1A2F8A40DCFA}" destId="{1A8E7661-EAC8-4B9F-8254-8B6EC272591A}" srcOrd="13" destOrd="0" presId="urn:microsoft.com/office/officeart/2005/8/layout/default"/>
    <dgm:cxn modelId="{88E18727-997B-45D6-8C3D-64B080A92F54}" type="presParOf" srcId="{0F547B14-44C0-4A97-A5BA-1A2F8A40DCFA}" destId="{14C4C950-15C7-4985-94FB-AA8D84698CAA}" srcOrd="14" destOrd="0" presId="urn:microsoft.com/office/officeart/2005/8/layout/default"/>
    <dgm:cxn modelId="{A970A7ED-27B2-4578-B0BD-18464ECB7D11}" type="presParOf" srcId="{0F547B14-44C0-4A97-A5BA-1A2F8A40DCFA}" destId="{AB21EDE8-04EA-49FE-AA62-785B59C71603}" srcOrd="15" destOrd="0" presId="urn:microsoft.com/office/officeart/2005/8/layout/default"/>
    <dgm:cxn modelId="{B1DF068B-FA39-4CA2-9591-943914C1AE78}" type="presParOf" srcId="{0F547B14-44C0-4A97-A5BA-1A2F8A40DCFA}" destId="{0DBCC91E-7154-4E8D-B66C-8B785F797E39}" srcOrd="16" destOrd="0" presId="urn:microsoft.com/office/officeart/2005/8/layout/default"/>
    <dgm:cxn modelId="{FA2D71C2-9B2C-4A5E-8EB4-C240AC69859D}" type="presParOf" srcId="{0F547B14-44C0-4A97-A5BA-1A2F8A40DCFA}" destId="{15D05D01-E2C5-4E4E-ACC8-27EBBA766F02}" srcOrd="17" destOrd="0" presId="urn:microsoft.com/office/officeart/2005/8/layout/default"/>
    <dgm:cxn modelId="{80390CAB-37A6-4E81-A645-188F4B7C43B0}" type="presParOf" srcId="{0F547B14-44C0-4A97-A5BA-1A2F8A40DCFA}" destId="{EA5D1B64-443C-4B52-840F-0FFFA276D876}" srcOrd="18" destOrd="0" presId="urn:microsoft.com/office/officeart/2005/8/layout/default"/>
    <dgm:cxn modelId="{5B67FC7A-CB24-4FDA-88E1-171374E04B41}" type="presParOf" srcId="{0F547B14-44C0-4A97-A5BA-1A2F8A40DCFA}" destId="{D95D59E7-1ACE-4400-A99F-16C7E22DA8B9}" srcOrd="19" destOrd="0" presId="urn:microsoft.com/office/officeart/2005/8/layout/default"/>
    <dgm:cxn modelId="{4D38FF4A-2367-4300-94F1-426BAA9F60AA}" type="presParOf" srcId="{0F547B14-44C0-4A97-A5BA-1A2F8A40DCFA}" destId="{B00D0E22-6DAA-42A0-9774-FB809C8E3870}" srcOrd="2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3F276AD-1A2E-4984-B4F2-768C3919C5AA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05EA4F14-AD6F-47FC-BF34-24CF5F057CA2}">
      <dgm:prSet/>
      <dgm:spPr/>
      <dgm:t>
        <a:bodyPr/>
        <a:lstStyle/>
        <a:p>
          <a:r>
            <a:rPr lang="en-US"/>
            <a:t>Frontend (Streamlit)</a:t>
          </a:r>
        </a:p>
      </dgm:t>
    </dgm:pt>
    <dgm:pt modelId="{C13D563E-BAB7-4438-B688-9DB64EC87112}" type="parTrans" cxnId="{9E036862-D051-4E4F-8F11-A8A84B67B361}">
      <dgm:prSet/>
      <dgm:spPr/>
      <dgm:t>
        <a:bodyPr/>
        <a:lstStyle/>
        <a:p>
          <a:endParaRPr lang="en-US"/>
        </a:p>
      </dgm:t>
    </dgm:pt>
    <dgm:pt modelId="{B0C3E8EF-774F-40EA-81B9-5E2A60E7E776}" type="sibTrans" cxnId="{9E036862-D051-4E4F-8F11-A8A84B67B361}">
      <dgm:prSet/>
      <dgm:spPr/>
      <dgm:t>
        <a:bodyPr/>
        <a:lstStyle/>
        <a:p>
          <a:endParaRPr lang="en-US"/>
        </a:p>
      </dgm:t>
    </dgm:pt>
    <dgm:pt modelId="{3B4B251C-E442-4261-AD76-C6B519704B81}">
      <dgm:prSet/>
      <dgm:spPr/>
      <dgm:t>
        <a:bodyPr/>
        <a:lstStyle/>
        <a:p>
          <a:r>
            <a:rPr lang="en-US"/>
            <a:t>↓</a:t>
          </a:r>
        </a:p>
      </dgm:t>
    </dgm:pt>
    <dgm:pt modelId="{A583E9DB-71FF-4BA8-BBBB-FE6599393783}" type="parTrans" cxnId="{7B988C47-A151-484E-8F52-E1747623B93D}">
      <dgm:prSet/>
      <dgm:spPr/>
      <dgm:t>
        <a:bodyPr/>
        <a:lstStyle/>
        <a:p>
          <a:endParaRPr lang="en-US"/>
        </a:p>
      </dgm:t>
    </dgm:pt>
    <dgm:pt modelId="{ECD500DE-E94A-4B32-8B00-41D3E66B0B9C}" type="sibTrans" cxnId="{7B988C47-A151-484E-8F52-E1747623B93D}">
      <dgm:prSet/>
      <dgm:spPr/>
      <dgm:t>
        <a:bodyPr/>
        <a:lstStyle/>
        <a:p>
          <a:endParaRPr lang="en-US"/>
        </a:p>
      </dgm:t>
    </dgm:pt>
    <dgm:pt modelId="{E8832803-5E8F-47CD-956F-52CD9C951392}">
      <dgm:prSet/>
      <dgm:spPr/>
      <dgm:t>
        <a:bodyPr/>
        <a:lstStyle/>
        <a:p>
          <a:r>
            <a:rPr lang="en-US"/>
            <a:t>Backend API (Flask)</a:t>
          </a:r>
        </a:p>
      </dgm:t>
    </dgm:pt>
    <dgm:pt modelId="{F0991373-2A90-4A97-A462-25D2CBF6F659}" type="parTrans" cxnId="{59111180-49EF-44B8-8B32-64F89A459426}">
      <dgm:prSet/>
      <dgm:spPr/>
      <dgm:t>
        <a:bodyPr/>
        <a:lstStyle/>
        <a:p>
          <a:endParaRPr lang="en-US"/>
        </a:p>
      </dgm:t>
    </dgm:pt>
    <dgm:pt modelId="{4CEDA581-3FF5-4219-9704-ABB8EFA9845B}" type="sibTrans" cxnId="{59111180-49EF-44B8-8B32-64F89A459426}">
      <dgm:prSet/>
      <dgm:spPr/>
      <dgm:t>
        <a:bodyPr/>
        <a:lstStyle/>
        <a:p>
          <a:endParaRPr lang="en-US"/>
        </a:p>
      </dgm:t>
    </dgm:pt>
    <dgm:pt modelId="{B5E579C0-AD91-4845-9766-EB1561756855}">
      <dgm:prSet/>
      <dgm:spPr/>
      <dgm:t>
        <a:bodyPr/>
        <a:lstStyle/>
        <a:p>
          <a:r>
            <a:rPr lang="en-US"/>
            <a:t>↓    ↓    ↓</a:t>
          </a:r>
        </a:p>
      </dgm:t>
    </dgm:pt>
    <dgm:pt modelId="{8115E0D2-5558-44F8-B1A1-3C28B245941C}" type="parTrans" cxnId="{4638FED8-96CE-443A-BF8E-450F8555630B}">
      <dgm:prSet/>
      <dgm:spPr/>
      <dgm:t>
        <a:bodyPr/>
        <a:lstStyle/>
        <a:p>
          <a:endParaRPr lang="en-US"/>
        </a:p>
      </dgm:t>
    </dgm:pt>
    <dgm:pt modelId="{644F8CA7-7F2E-495F-87FA-91BBD2C31B1E}" type="sibTrans" cxnId="{4638FED8-96CE-443A-BF8E-450F8555630B}">
      <dgm:prSet/>
      <dgm:spPr/>
      <dgm:t>
        <a:bodyPr/>
        <a:lstStyle/>
        <a:p>
          <a:endParaRPr lang="en-US"/>
        </a:p>
      </dgm:t>
    </dgm:pt>
    <dgm:pt modelId="{D74643F4-596C-44F8-BC8D-9FA16DF72C55}">
      <dgm:prSet/>
      <dgm:spPr/>
      <dgm:t>
        <a:bodyPr/>
        <a:lstStyle/>
        <a:p>
          <a:r>
            <a:rPr lang="en-US"/>
            <a:t>Categorization   Reporting   Bulk Processing</a:t>
          </a:r>
        </a:p>
      </dgm:t>
    </dgm:pt>
    <dgm:pt modelId="{59E8F660-D246-4D18-927E-6ACD54AAB42C}" type="parTrans" cxnId="{E5C314A8-895E-4990-B657-583B869FB3F8}">
      <dgm:prSet/>
      <dgm:spPr/>
      <dgm:t>
        <a:bodyPr/>
        <a:lstStyle/>
        <a:p>
          <a:endParaRPr lang="en-US"/>
        </a:p>
      </dgm:t>
    </dgm:pt>
    <dgm:pt modelId="{17616216-010D-4CF2-8A56-B2D008B82958}" type="sibTrans" cxnId="{E5C314A8-895E-4990-B657-583B869FB3F8}">
      <dgm:prSet/>
      <dgm:spPr/>
      <dgm:t>
        <a:bodyPr/>
        <a:lstStyle/>
        <a:p>
          <a:endParaRPr lang="en-US"/>
        </a:p>
      </dgm:t>
    </dgm:pt>
    <dgm:pt modelId="{E3DF184B-B742-4499-8903-A81C2C43484C}">
      <dgm:prSet/>
      <dgm:spPr/>
      <dgm:t>
        <a:bodyPr/>
        <a:lstStyle/>
        <a:p>
          <a:r>
            <a:rPr lang="en-US"/>
            <a:t>Engine           Engine      Engine</a:t>
          </a:r>
        </a:p>
      </dgm:t>
    </dgm:pt>
    <dgm:pt modelId="{2AA53017-9979-4165-AB91-400BBE376B51}" type="parTrans" cxnId="{44E2C75E-495E-43AB-8B32-745C77C6FC72}">
      <dgm:prSet/>
      <dgm:spPr/>
      <dgm:t>
        <a:bodyPr/>
        <a:lstStyle/>
        <a:p>
          <a:endParaRPr lang="en-US"/>
        </a:p>
      </dgm:t>
    </dgm:pt>
    <dgm:pt modelId="{C581D774-9FF7-4674-BEE3-6A8A5703BAD3}" type="sibTrans" cxnId="{44E2C75E-495E-43AB-8B32-745C77C6FC72}">
      <dgm:prSet/>
      <dgm:spPr/>
      <dgm:t>
        <a:bodyPr/>
        <a:lstStyle/>
        <a:p>
          <a:endParaRPr lang="en-US"/>
        </a:p>
      </dgm:t>
    </dgm:pt>
    <dgm:pt modelId="{33EB8B6B-7A6E-488E-B5A9-B916785737AB}">
      <dgm:prSet/>
      <dgm:spPr/>
      <dgm:t>
        <a:bodyPr/>
        <a:lstStyle/>
        <a:p>
          <a:r>
            <a:rPr lang="en-US"/>
            <a:t>↓            ↓           ↓</a:t>
          </a:r>
        </a:p>
      </dgm:t>
    </dgm:pt>
    <dgm:pt modelId="{7E36DBB2-DA00-40D6-9642-DADF24DB49AB}" type="parTrans" cxnId="{6FCEDC7D-A26F-480E-8A74-F02B66503CCB}">
      <dgm:prSet/>
      <dgm:spPr/>
      <dgm:t>
        <a:bodyPr/>
        <a:lstStyle/>
        <a:p>
          <a:endParaRPr lang="en-US"/>
        </a:p>
      </dgm:t>
    </dgm:pt>
    <dgm:pt modelId="{6B76EBCC-11DE-4242-B5BC-D2A9CCB30367}" type="sibTrans" cxnId="{6FCEDC7D-A26F-480E-8A74-F02B66503CCB}">
      <dgm:prSet/>
      <dgm:spPr/>
      <dgm:t>
        <a:bodyPr/>
        <a:lstStyle/>
        <a:p>
          <a:endParaRPr lang="en-US"/>
        </a:p>
      </dgm:t>
    </dgm:pt>
    <dgm:pt modelId="{7507CEC0-4EE5-4AD5-9C9D-22F6411435A1}">
      <dgm:prSet/>
      <dgm:spPr/>
      <dgm:t>
        <a:bodyPr/>
        <a:lstStyle/>
        <a:p>
          <a:r>
            <a:rPr lang="en-US"/>
            <a:t>Database (SQLite) with Enhanced Schema</a:t>
          </a:r>
        </a:p>
      </dgm:t>
    </dgm:pt>
    <dgm:pt modelId="{A68E38C2-C9CD-4F61-9E4E-5DC88EEA175F}" type="parTrans" cxnId="{88CAA691-FA27-4114-8477-74826B92CC06}">
      <dgm:prSet/>
      <dgm:spPr/>
      <dgm:t>
        <a:bodyPr/>
        <a:lstStyle/>
        <a:p>
          <a:endParaRPr lang="en-US"/>
        </a:p>
      </dgm:t>
    </dgm:pt>
    <dgm:pt modelId="{9E4DD39B-9F35-4DBE-B4D3-8547DAC832C5}" type="sibTrans" cxnId="{88CAA691-FA27-4114-8477-74826B92CC06}">
      <dgm:prSet/>
      <dgm:spPr/>
      <dgm:t>
        <a:bodyPr/>
        <a:lstStyle/>
        <a:p>
          <a:endParaRPr lang="en-US"/>
        </a:p>
      </dgm:t>
    </dgm:pt>
    <dgm:pt modelId="{0E6E122C-D79B-4C5B-8D2C-1FA0657614AE}" type="pres">
      <dgm:prSet presAssocID="{93F276AD-1A2E-4984-B4F2-768C3919C5AA}" presName="linear" presStyleCnt="0">
        <dgm:presLayoutVars>
          <dgm:animLvl val="lvl"/>
          <dgm:resizeHandles val="exact"/>
        </dgm:presLayoutVars>
      </dgm:prSet>
      <dgm:spPr/>
    </dgm:pt>
    <dgm:pt modelId="{D3C17572-1E76-4801-AE76-04387542DAF8}" type="pres">
      <dgm:prSet presAssocID="{05EA4F14-AD6F-47FC-BF34-24CF5F057CA2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8CAD4D5E-08B0-41A1-A453-887ACD629873}" type="pres">
      <dgm:prSet presAssocID="{B0C3E8EF-774F-40EA-81B9-5E2A60E7E776}" presName="spacer" presStyleCnt="0"/>
      <dgm:spPr/>
    </dgm:pt>
    <dgm:pt modelId="{5DDA4175-8B56-42AE-9914-BEA05E23B751}" type="pres">
      <dgm:prSet presAssocID="{3B4B251C-E442-4261-AD76-C6B519704B81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4E18AEB0-280F-434F-ACF3-648E73A67621}" type="pres">
      <dgm:prSet presAssocID="{ECD500DE-E94A-4B32-8B00-41D3E66B0B9C}" presName="spacer" presStyleCnt="0"/>
      <dgm:spPr/>
    </dgm:pt>
    <dgm:pt modelId="{F0E0F800-C042-4D78-B8FE-3A9570411A0D}" type="pres">
      <dgm:prSet presAssocID="{E8832803-5E8F-47CD-956F-52CD9C951392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54C6D162-1BEF-4957-98BA-0915EE9C5240}" type="pres">
      <dgm:prSet presAssocID="{4CEDA581-3FF5-4219-9704-ABB8EFA9845B}" presName="spacer" presStyleCnt="0"/>
      <dgm:spPr/>
    </dgm:pt>
    <dgm:pt modelId="{5265EE16-1759-4BD0-864F-81FEAEB1A057}" type="pres">
      <dgm:prSet presAssocID="{B5E579C0-AD91-4845-9766-EB1561756855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F36A8D36-D6FD-49E0-BC63-82C2F586CD24}" type="pres">
      <dgm:prSet presAssocID="{644F8CA7-7F2E-495F-87FA-91BBD2C31B1E}" presName="spacer" presStyleCnt="0"/>
      <dgm:spPr/>
    </dgm:pt>
    <dgm:pt modelId="{9AB0F9F3-32DB-479F-B3C4-4E8819D97EAE}" type="pres">
      <dgm:prSet presAssocID="{D74643F4-596C-44F8-BC8D-9FA16DF72C55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565A8953-C065-4C10-9800-FA67A1C39EE2}" type="pres">
      <dgm:prSet presAssocID="{17616216-010D-4CF2-8A56-B2D008B82958}" presName="spacer" presStyleCnt="0"/>
      <dgm:spPr/>
    </dgm:pt>
    <dgm:pt modelId="{F9BA713F-5D9F-4A2E-8DDA-BD4C01F0D276}" type="pres">
      <dgm:prSet presAssocID="{E3DF184B-B742-4499-8903-A81C2C43484C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E7F38C6D-5D4B-4BF0-9C13-B7854F2CC3A2}" type="pres">
      <dgm:prSet presAssocID="{C581D774-9FF7-4674-BEE3-6A8A5703BAD3}" presName="spacer" presStyleCnt="0"/>
      <dgm:spPr/>
    </dgm:pt>
    <dgm:pt modelId="{15AF706D-88DE-4C82-8EAD-15B75DC3AD13}" type="pres">
      <dgm:prSet presAssocID="{33EB8B6B-7A6E-488E-B5A9-B916785737AB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F207DEB2-0128-4A96-B3B0-4004C9D03622}" type="pres">
      <dgm:prSet presAssocID="{6B76EBCC-11DE-4242-B5BC-D2A9CCB30367}" presName="spacer" presStyleCnt="0"/>
      <dgm:spPr/>
    </dgm:pt>
    <dgm:pt modelId="{AED4871D-4A84-4A52-802C-28FF9266104A}" type="pres">
      <dgm:prSet presAssocID="{7507CEC0-4EE5-4AD5-9C9D-22F6411435A1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29313B0F-130C-4B72-B38D-1497CE68B3CD}" type="presOf" srcId="{7507CEC0-4EE5-4AD5-9C9D-22F6411435A1}" destId="{AED4871D-4A84-4A52-802C-28FF9266104A}" srcOrd="0" destOrd="0" presId="urn:microsoft.com/office/officeart/2005/8/layout/vList2"/>
    <dgm:cxn modelId="{78580110-33AD-46CE-B979-9616F3338FB4}" type="presOf" srcId="{05EA4F14-AD6F-47FC-BF34-24CF5F057CA2}" destId="{D3C17572-1E76-4801-AE76-04387542DAF8}" srcOrd="0" destOrd="0" presId="urn:microsoft.com/office/officeart/2005/8/layout/vList2"/>
    <dgm:cxn modelId="{44E2C75E-495E-43AB-8B32-745C77C6FC72}" srcId="{93F276AD-1A2E-4984-B4F2-768C3919C5AA}" destId="{E3DF184B-B742-4499-8903-A81C2C43484C}" srcOrd="5" destOrd="0" parTransId="{2AA53017-9979-4165-AB91-400BBE376B51}" sibTransId="{C581D774-9FF7-4674-BEE3-6A8A5703BAD3}"/>
    <dgm:cxn modelId="{9E036862-D051-4E4F-8F11-A8A84B67B361}" srcId="{93F276AD-1A2E-4984-B4F2-768C3919C5AA}" destId="{05EA4F14-AD6F-47FC-BF34-24CF5F057CA2}" srcOrd="0" destOrd="0" parTransId="{C13D563E-BAB7-4438-B688-9DB64EC87112}" sibTransId="{B0C3E8EF-774F-40EA-81B9-5E2A60E7E776}"/>
    <dgm:cxn modelId="{14FA4864-AC49-4215-B5DB-FC20D6E5660F}" type="presOf" srcId="{33EB8B6B-7A6E-488E-B5A9-B916785737AB}" destId="{15AF706D-88DE-4C82-8EAD-15B75DC3AD13}" srcOrd="0" destOrd="0" presId="urn:microsoft.com/office/officeart/2005/8/layout/vList2"/>
    <dgm:cxn modelId="{8BF60866-53A0-496C-9A75-FE151730D1BA}" type="presOf" srcId="{E8832803-5E8F-47CD-956F-52CD9C951392}" destId="{F0E0F800-C042-4D78-B8FE-3A9570411A0D}" srcOrd="0" destOrd="0" presId="urn:microsoft.com/office/officeart/2005/8/layout/vList2"/>
    <dgm:cxn modelId="{7B988C47-A151-484E-8F52-E1747623B93D}" srcId="{93F276AD-1A2E-4984-B4F2-768C3919C5AA}" destId="{3B4B251C-E442-4261-AD76-C6B519704B81}" srcOrd="1" destOrd="0" parTransId="{A583E9DB-71FF-4BA8-BBBB-FE6599393783}" sibTransId="{ECD500DE-E94A-4B32-8B00-41D3E66B0B9C}"/>
    <dgm:cxn modelId="{6FCEDC7D-A26F-480E-8A74-F02B66503CCB}" srcId="{93F276AD-1A2E-4984-B4F2-768C3919C5AA}" destId="{33EB8B6B-7A6E-488E-B5A9-B916785737AB}" srcOrd="6" destOrd="0" parTransId="{7E36DBB2-DA00-40D6-9642-DADF24DB49AB}" sibTransId="{6B76EBCC-11DE-4242-B5BC-D2A9CCB30367}"/>
    <dgm:cxn modelId="{59111180-49EF-44B8-8B32-64F89A459426}" srcId="{93F276AD-1A2E-4984-B4F2-768C3919C5AA}" destId="{E8832803-5E8F-47CD-956F-52CD9C951392}" srcOrd="2" destOrd="0" parTransId="{F0991373-2A90-4A97-A462-25D2CBF6F659}" sibTransId="{4CEDA581-3FF5-4219-9704-ABB8EFA9845B}"/>
    <dgm:cxn modelId="{88CAA691-FA27-4114-8477-74826B92CC06}" srcId="{93F276AD-1A2E-4984-B4F2-768C3919C5AA}" destId="{7507CEC0-4EE5-4AD5-9C9D-22F6411435A1}" srcOrd="7" destOrd="0" parTransId="{A68E38C2-C9CD-4F61-9E4E-5DC88EEA175F}" sibTransId="{9E4DD39B-9F35-4DBE-B4D3-8547DAC832C5}"/>
    <dgm:cxn modelId="{FE660C97-831E-4CE3-A93B-D4C56548F223}" type="presOf" srcId="{93F276AD-1A2E-4984-B4F2-768C3919C5AA}" destId="{0E6E122C-D79B-4C5B-8D2C-1FA0657614AE}" srcOrd="0" destOrd="0" presId="urn:microsoft.com/office/officeart/2005/8/layout/vList2"/>
    <dgm:cxn modelId="{E5C314A8-895E-4990-B657-583B869FB3F8}" srcId="{93F276AD-1A2E-4984-B4F2-768C3919C5AA}" destId="{D74643F4-596C-44F8-BC8D-9FA16DF72C55}" srcOrd="4" destOrd="0" parTransId="{59E8F660-D246-4D18-927E-6ACD54AAB42C}" sibTransId="{17616216-010D-4CF2-8A56-B2D008B82958}"/>
    <dgm:cxn modelId="{B7FE11B2-F805-4A11-869C-129A11771276}" type="presOf" srcId="{B5E579C0-AD91-4845-9766-EB1561756855}" destId="{5265EE16-1759-4BD0-864F-81FEAEB1A057}" srcOrd="0" destOrd="0" presId="urn:microsoft.com/office/officeart/2005/8/layout/vList2"/>
    <dgm:cxn modelId="{9CC19DB5-E81C-43FA-96A7-B2E8972F71DD}" type="presOf" srcId="{E3DF184B-B742-4499-8903-A81C2C43484C}" destId="{F9BA713F-5D9F-4A2E-8DDA-BD4C01F0D276}" srcOrd="0" destOrd="0" presId="urn:microsoft.com/office/officeart/2005/8/layout/vList2"/>
    <dgm:cxn modelId="{C59141D5-18F8-4440-A063-988C550120C8}" type="presOf" srcId="{D74643F4-596C-44F8-BC8D-9FA16DF72C55}" destId="{9AB0F9F3-32DB-479F-B3C4-4E8819D97EAE}" srcOrd="0" destOrd="0" presId="urn:microsoft.com/office/officeart/2005/8/layout/vList2"/>
    <dgm:cxn modelId="{4638FED8-96CE-443A-BF8E-450F8555630B}" srcId="{93F276AD-1A2E-4984-B4F2-768C3919C5AA}" destId="{B5E579C0-AD91-4845-9766-EB1561756855}" srcOrd="3" destOrd="0" parTransId="{8115E0D2-5558-44F8-B1A1-3C28B245941C}" sibTransId="{644F8CA7-7F2E-495F-87FA-91BBD2C31B1E}"/>
    <dgm:cxn modelId="{10D95EFC-E29E-4DA1-9EEB-D77755DE9AEB}" type="presOf" srcId="{3B4B251C-E442-4261-AD76-C6B519704B81}" destId="{5DDA4175-8B56-42AE-9914-BEA05E23B751}" srcOrd="0" destOrd="0" presId="urn:microsoft.com/office/officeart/2005/8/layout/vList2"/>
    <dgm:cxn modelId="{FEEFCB50-94E8-4782-9ABD-F985329142D2}" type="presParOf" srcId="{0E6E122C-D79B-4C5B-8D2C-1FA0657614AE}" destId="{D3C17572-1E76-4801-AE76-04387542DAF8}" srcOrd="0" destOrd="0" presId="urn:microsoft.com/office/officeart/2005/8/layout/vList2"/>
    <dgm:cxn modelId="{EED651DD-3F4E-4803-B2B4-E8EF51CD6D9C}" type="presParOf" srcId="{0E6E122C-D79B-4C5B-8D2C-1FA0657614AE}" destId="{8CAD4D5E-08B0-41A1-A453-887ACD629873}" srcOrd="1" destOrd="0" presId="urn:microsoft.com/office/officeart/2005/8/layout/vList2"/>
    <dgm:cxn modelId="{BAE0634B-D37B-46B5-A3C0-C824E2E59FDD}" type="presParOf" srcId="{0E6E122C-D79B-4C5B-8D2C-1FA0657614AE}" destId="{5DDA4175-8B56-42AE-9914-BEA05E23B751}" srcOrd="2" destOrd="0" presId="urn:microsoft.com/office/officeart/2005/8/layout/vList2"/>
    <dgm:cxn modelId="{AE21FA78-4AA9-465D-996F-81472A9B9532}" type="presParOf" srcId="{0E6E122C-D79B-4C5B-8D2C-1FA0657614AE}" destId="{4E18AEB0-280F-434F-ACF3-648E73A67621}" srcOrd="3" destOrd="0" presId="urn:microsoft.com/office/officeart/2005/8/layout/vList2"/>
    <dgm:cxn modelId="{8BF5796E-5565-41E6-B8C5-780A26CA80AF}" type="presParOf" srcId="{0E6E122C-D79B-4C5B-8D2C-1FA0657614AE}" destId="{F0E0F800-C042-4D78-B8FE-3A9570411A0D}" srcOrd="4" destOrd="0" presId="urn:microsoft.com/office/officeart/2005/8/layout/vList2"/>
    <dgm:cxn modelId="{851A59E8-77A4-48BA-9105-BAA4376B31EB}" type="presParOf" srcId="{0E6E122C-D79B-4C5B-8D2C-1FA0657614AE}" destId="{54C6D162-1BEF-4957-98BA-0915EE9C5240}" srcOrd="5" destOrd="0" presId="urn:microsoft.com/office/officeart/2005/8/layout/vList2"/>
    <dgm:cxn modelId="{31323C4B-C2CE-4675-9045-2B6D3A6E4BA8}" type="presParOf" srcId="{0E6E122C-D79B-4C5B-8D2C-1FA0657614AE}" destId="{5265EE16-1759-4BD0-864F-81FEAEB1A057}" srcOrd="6" destOrd="0" presId="urn:microsoft.com/office/officeart/2005/8/layout/vList2"/>
    <dgm:cxn modelId="{5ED9F7C5-6845-4B70-A0C4-A99E135329F0}" type="presParOf" srcId="{0E6E122C-D79B-4C5B-8D2C-1FA0657614AE}" destId="{F36A8D36-D6FD-49E0-BC63-82C2F586CD24}" srcOrd="7" destOrd="0" presId="urn:microsoft.com/office/officeart/2005/8/layout/vList2"/>
    <dgm:cxn modelId="{8DC96705-5267-4247-B60A-F7A300ACF3BF}" type="presParOf" srcId="{0E6E122C-D79B-4C5B-8D2C-1FA0657614AE}" destId="{9AB0F9F3-32DB-479F-B3C4-4E8819D97EAE}" srcOrd="8" destOrd="0" presId="urn:microsoft.com/office/officeart/2005/8/layout/vList2"/>
    <dgm:cxn modelId="{9340E311-460B-44D1-A60A-446AA68383CA}" type="presParOf" srcId="{0E6E122C-D79B-4C5B-8D2C-1FA0657614AE}" destId="{565A8953-C065-4C10-9800-FA67A1C39EE2}" srcOrd="9" destOrd="0" presId="urn:microsoft.com/office/officeart/2005/8/layout/vList2"/>
    <dgm:cxn modelId="{FB25CEF7-39FA-47B1-A336-06F75D568249}" type="presParOf" srcId="{0E6E122C-D79B-4C5B-8D2C-1FA0657614AE}" destId="{F9BA713F-5D9F-4A2E-8DDA-BD4C01F0D276}" srcOrd="10" destOrd="0" presId="urn:microsoft.com/office/officeart/2005/8/layout/vList2"/>
    <dgm:cxn modelId="{5A9195D4-BEE6-4CE8-8BF4-195A40725CE1}" type="presParOf" srcId="{0E6E122C-D79B-4C5B-8D2C-1FA0657614AE}" destId="{E7F38C6D-5D4B-4BF0-9C13-B7854F2CC3A2}" srcOrd="11" destOrd="0" presId="urn:microsoft.com/office/officeart/2005/8/layout/vList2"/>
    <dgm:cxn modelId="{3E872B4D-44BC-48A3-8DF2-917C6CA15A47}" type="presParOf" srcId="{0E6E122C-D79B-4C5B-8D2C-1FA0657614AE}" destId="{15AF706D-88DE-4C82-8EAD-15B75DC3AD13}" srcOrd="12" destOrd="0" presId="urn:microsoft.com/office/officeart/2005/8/layout/vList2"/>
    <dgm:cxn modelId="{9C31C589-A313-438F-88C6-52ABC09B10F3}" type="presParOf" srcId="{0E6E122C-D79B-4C5B-8D2C-1FA0657614AE}" destId="{F207DEB2-0128-4A96-B3B0-4004C9D03622}" srcOrd="13" destOrd="0" presId="urn:microsoft.com/office/officeart/2005/8/layout/vList2"/>
    <dgm:cxn modelId="{62322C12-65AE-443C-9959-56052D28654A}" type="presParOf" srcId="{0E6E122C-D79B-4C5B-8D2C-1FA0657614AE}" destId="{AED4871D-4A84-4A52-802C-28FF9266104A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FC22361-9AB6-4DA7-87D3-EED1509D69E6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E3AF8DD6-6BB7-4762-B517-F05BA7989EC0}">
      <dgm:prSet/>
      <dgm:spPr/>
      <dgm:t>
        <a:bodyPr/>
        <a:lstStyle/>
        <a:p>
          <a:r>
            <a:rPr lang="en-US"/>
            <a:t>AI Categorization Engine: NLTK-based processing</a:t>
          </a:r>
        </a:p>
      </dgm:t>
    </dgm:pt>
    <dgm:pt modelId="{88D388CF-B005-4938-A79C-1E4ADB82F0D4}" type="parTrans" cxnId="{EEE145E7-F0CF-4361-A537-17A392BEA911}">
      <dgm:prSet/>
      <dgm:spPr/>
      <dgm:t>
        <a:bodyPr/>
        <a:lstStyle/>
        <a:p>
          <a:endParaRPr lang="en-US"/>
        </a:p>
      </dgm:t>
    </dgm:pt>
    <dgm:pt modelId="{E969BA2A-08B5-4821-948B-9BB71EC5D45D}" type="sibTrans" cxnId="{EEE145E7-F0CF-4361-A537-17A392BEA911}">
      <dgm:prSet/>
      <dgm:spPr/>
      <dgm:t>
        <a:bodyPr/>
        <a:lstStyle/>
        <a:p>
          <a:endParaRPr lang="en-US"/>
        </a:p>
      </dgm:t>
    </dgm:pt>
    <dgm:pt modelId="{D441AE4B-AD05-4B01-8AA1-23CB775320C7}">
      <dgm:prSet/>
      <dgm:spPr/>
      <dgm:t>
        <a:bodyPr/>
        <a:lstStyle/>
        <a:p>
          <a:r>
            <a:rPr lang="en-US"/>
            <a:t>Reporting Module: Pandas data analysis</a:t>
          </a:r>
        </a:p>
      </dgm:t>
    </dgm:pt>
    <dgm:pt modelId="{1456772F-C0CC-4C3A-82F5-43755A0F019C}" type="parTrans" cxnId="{C8AE0B1F-2A04-490F-84E9-B960985C9C44}">
      <dgm:prSet/>
      <dgm:spPr/>
      <dgm:t>
        <a:bodyPr/>
        <a:lstStyle/>
        <a:p>
          <a:endParaRPr lang="en-US"/>
        </a:p>
      </dgm:t>
    </dgm:pt>
    <dgm:pt modelId="{C8861A0B-5C33-4018-A8DE-B61EB16504BF}" type="sibTrans" cxnId="{C8AE0B1F-2A04-490F-84E9-B960985C9C44}">
      <dgm:prSet/>
      <dgm:spPr/>
      <dgm:t>
        <a:bodyPr/>
        <a:lstStyle/>
        <a:p>
          <a:endParaRPr lang="en-US"/>
        </a:p>
      </dgm:t>
    </dgm:pt>
    <dgm:pt modelId="{13DB2502-F1A6-4AA9-85EB-F9E2A675407E}">
      <dgm:prSet/>
      <dgm:spPr/>
      <dgm:t>
        <a:bodyPr/>
        <a:lstStyle/>
        <a:p>
          <a:r>
            <a:rPr lang="en-US"/>
            <a:t>Bulk Processing: CSV handling and validation</a:t>
          </a:r>
        </a:p>
      </dgm:t>
    </dgm:pt>
    <dgm:pt modelId="{54BD02EE-823F-4065-9F3D-B6555144A384}" type="parTrans" cxnId="{8E65D57F-D09E-40C6-9A3D-8838574A0A7A}">
      <dgm:prSet/>
      <dgm:spPr/>
      <dgm:t>
        <a:bodyPr/>
        <a:lstStyle/>
        <a:p>
          <a:endParaRPr lang="en-US"/>
        </a:p>
      </dgm:t>
    </dgm:pt>
    <dgm:pt modelId="{9ECBA533-988A-4671-89E5-41B3048AC8A6}" type="sibTrans" cxnId="{8E65D57F-D09E-40C6-9A3D-8838574A0A7A}">
      <dgm:prSet/>
      <dgm:spPr/>
      <dgm:t>
        <a:bodyPr/>
        <a:lstStyle/>
        <a:p>
          <a:endParaRPr lang="en-US"/>
        </a:p>
      </dgm:t>
    </dgm:pt>
    <dgm:pt modelId="{4978BF17-53F4-4488-95EA-B5BB3AF27C0E}">
      <dgm:prSet/>
      <dgm:spPr/>
      <dgm:t>
        <a:bodyPr/>
        <a:lstStyle/>
        <a:p>
          <a:r>
            <a:rPr lang="en-US"/>
            <a:t>Visualization Engine: Plotly chart generation</a:t>
          </a:r>
        </a:p>
      </dgm:t>
    </dgm:pt>
    <dgm:pt modelId="{48F6D062-6CF1-4528-889D-F440A17F6167}" type="parTrans" cxnId="{B53422A6-44A3-4A30-8603-A4663AC76CD9}">
      <dgm:prSet/>
      <dgm:spPr/>
      <dgm:t>
        <a:bodyPr/>
        <a:lstStyle/>
        <a:p>
          <a:endParaRPr lang="en-US"/>
        </a:p>
      </dgm:t>
    </dgm:pt>
    <dgm:pt modelId="{DADEACB8-9BF7-4499-A683-2C31200F0888}" type="sibTrans" cxnId="{B53422A6-44A3-4A30-8603-A4663AC76CD9}">
      <dgm:prSet/>
      <dgm:spPr/>
      <dgm:t>
        <a:bodyPr/>
        <a:lstStyle/>
        <a:p>
          <a:endParaRPr lang="en-US"/>
        </a:p>
      </dgm:t>
    </dgm:pt>
    <dgm:pt modelId="{EF8C70B5-3491-4BCE-99D7-699D0C027980}" type="pres">
      <dgm:prSet presAssocID="{1FC22361-9AB6-4DA7-87D3-EED1509D69E6}" presName="root" presStyleCnt="0">
        <dgm:presLayoutVars>
          <dgm:dir/>
          <dgm:resizeHandles val="exact"/>
        </dgm:presLayoutVars>
      </dgm:prSet>
      <dgm:spPr/>
    </dgm:pt>
    <dgm:pt modelId="{81F895F9-9259-47CF-962E-4E274496071E}" type="pres">
      <dgm:prSet presAssocID="{1FC22361-9AB6-4DA7-87D3-EED1509D69E6}" presName="container" presStyleCnt="0">
        <dgm:presLayoutVars>
          <dgm:dir/>
          <dgm:resizeHandles val="exact"/>
        </dgm:presLayoutVars>
      </dgm:prSet>
      <dgm:spPr/>
    </dgm:pt>
    <dgm:pt modelId="{230D3B6D-ECD0-43AF-83DD-370B6B009C76}" type="pres">
      <dgm:prSet presAssocID="{E3AF8DD6-6BB7-4762-B517-F05BA7989EC0}" presName="compNode" presStyleCnt="0"/>
      <dgm:spPr/>
    </dgm:pt>
    <dgm:pt modelId="{746DDAE2-B7D9-462E-B0FC-9C48B255AFEC}" type="pres">
      <dgm:prSet presAssocID="{E3AF8DD6-6BB7-4762-B517-F05BA7989EC0}" presName="iconBgRect" presStyleLbl="bgShp" presStyleIdx="0" presStyleCnt="4"/>
      <dgm:spPr/>
    </dgm:pt>
    <dgm:pt modelId="{F5212F53-A92D-4716-8CCC-7F4F02DB736C}" type="pres">
      <dgm:prSet presAssocID="{E3AF8DD6-6BB7-4762-B517-F05BA7989EC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608686A2-00CD-49CC-9BF6-C01ADE258A71}" type="pres">
      <dgm:prSet presAssocID="{E3AF8DD6-6BB7-4762-B517-F05BA7989EC0}" presName="spaceRect" presStyleCnt="0"/>
      <dgm:spPr/>
    </dgm:pt>
    <dgm:pt modelId="{6F3D53DB-EFEC-423D-9A7F-1D84B54B7403}" type="pres">
      <dgm:prSet presAssocID="{E3AF8DD6-6BB7-4762-B517-F05BA7989EC0}" presName="textRect" presStyleLbl="revTx" presStyleIdx="0" presStyleCnt="4">
        <dgm:presLayoutVars>
          <dgm:chMax val="1"/>
          <dgm:chPref val="1"/>
        </dgm:presLayoutVars>
      </dgm:prSet>
      <dgm:spPr/>
    </dgm:pt>
    <dgm:pt modelId="{5055FFDA-9BD3-42E9-9DB1-53E18108180D}" type="pres">
      <dgm:prSet presAssocID="{E969BA2A-08B5-4821-948B-9BB71EC5D45D}" presName="sibTrans" presStyleLbl="sibTrans2D1" presStyleIdx="0" presStyleCnt="0"/>
      <dgm:spPr/>
    </dgm:pt>
    <dgm:pt modelId="{14CBB0F6-9516-4EA2-A555-60DFD5ADEDBF}" type="pres">
      <dgm:prSet presAssocID="{D441AE4B-AD05-4B01-8AA1-23CB775320C7}" presName="compNode" presStyleCnt="0"/>
      <dgm:spPr/>
    </dgm:pt>
    <dgm:pt modelId="{5B4E76CE-6142-4F06-976F-8835BDE9CF0F}" type="pres">
      <dgm:prSet presAssocID="{D441AE4B-AD05-4B01-8AA1-23CB775320C7}" presName="iconBgRect" presStyleLbl="bgShp" presStyleIdx="1" presStyleCnt="4"/>
      <dgm:spPr/>
    </dgm:pt>
    <dgm:pt modelId="{329DE963-70BB-4EF0-B037-45C15A7DD856}" type="pres">
      <dgm:prSet presAssocID="{D441AE4B-AD05-4B01-8AA1-23CB775320C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nda"/>
        </a:ext>
      </dgm:extLst>
    </dgm:pt>
    <dgm:pt modelId="{CFEFA9E9-7C35-4930-817C-9B99B658754E}" type="pres">
      <dgm:prSet presAssocID="{D441AE4B-AD05-4B01-8AA1-23CB775320C7}" presName="spaceRect" presStyleCnt="0"/>
      <dgm:spPr/>
    </dgm:pt>
    <dgm:pt modelId="{93FF85B5-F16F-495A-8C83-1B50AD34602D}" type="pres">
      <dgm:prSet presAssocID="{D441AE4B-AD05-4B01-8AA1-23CB775320C7}" presName="textRect" presStyleLbl="revTx" presStyleIdx="1" presStyleCnt="4">
        <dgm:presLayoutVars>
          <dgm:chMax val="1"/>
          <dgm:chPref val="1"/>
        </dgm:presLayoutVars>
      </dgm:prSet>
      <dgm:spPr/>
    </dgm:pt>
    <dgm:pt modelId="{4B3C9F6A-2116-48BF-ADB6-329576C9CDD0}" type="pres">
      <dgm:prSet presAssocID="{C8861A0B-5C33-4018-A8DE-B61EB16504BF}" presName="sibTrans" presStyleLbl="sibTrans2D1" presStyleIdx="0" presStyleCnt="0"/>
      <dgm:spPr/>
    </dgm:pt>
    <dgm:pt modelId="{8B799BF6-BD2E-49DF-B20C-B9AA88209F14}" type="pres">
      <dgm:prSet presAssocID="{13DB2502-F1A6-4AA9-85EB-F9E2A675407E}" presName="compNode" presStyleCnt="0"/>
      <dgm:spPr/>
    </dgm:pt>
    <dgm:pt modelId="{16670B81-1BEF-4E39-AEB0-82134D24E1A7}" type="pres">
      <dgm:prSet presAssocID="{13DB2502-F1A6-4AA9-85EB-F9E2A675407E}" presName="iconBgRect" presStyleLbl="bgShp" presStyleIdx="2" presStyleCnt="4"/>
      <dgm:spPr/>
    </dgm:pt>
    <dgm:pt modelId="{F809ED26-D394-4C10-BF87-35C586C68B16}" type="pres">
      <dgm:prSet presAssocID="{13DB2502-F1A6-4AA9-85EB-F9E2A675407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 trolley"/>
        </a:ext>
      </dgm:extLst>
    </dgm:pt>
    <dgm:pt modelId="{97342FFE-97B7-4A0F-ACAB-930BAEB02D29}" type="pres">
      <dgm:prSet presAssocID="{13DB2502-F1A6-4AA9-85EB-F9E2A675407E}" presName="spaceRect" presStyleCnt="0"/>
      <dgm:spPr/>
    </dgm:pt>
    <dgm:pt modelId="{4EA55701-D0CE-4C11-AB48-A1D5BB52CE2E}" type="pres">
      <dgm:prSet presAssocID="{13DB2502-F1A6-4AA9-85EB-F9E2A675407E}" presName="textRect" presStyleLbl="revTx" presStyleIdx="2" presStyleCnt="4">
        <dgm:presLayoutVars>
          <dgm:chMax val="1"/>
          <dgm:chPref val="1"/>
        </dgm:presLayoutVars>
      </dgm:prSet>
      <dgm:spPr/>
    </dgm:pt>
    <dgm:pt modelId="{AE40679D-8AAF-4593-8CE2-4134A0F32370}" type="pres">
      <dgm:prSet presAssocID="{9ECBA533-988A-4671-89E5-41B3048AC8A6}" presName="sibTrans" presStyleLbl="sibTrans2D1" presStyleIdx="0" presStyleCnt="0"/>
      <dgm:spPr/>
    </dgm:pt>
    <dgm:pt modelId="{758BBFC6-DD26-4F4B-9258-B31AA1F93A32}" type="pres">
      <dgm:prSet presAssocID="{4978BF17-53F4-4488-95EA-B5BB3AF27C0E}" presName="compNode" presStyleCnt="0"/>
      <dgm:spPr/>
    </dgm:pt>
    <dgm:pt modelId="{6B92FBD2-8BA7-4FF2-8E5A-98B3BAE67F69}" type="pres">
      <dgm:prSet presAssocID="{4978BF17-53F4-4488-95EA-B5BB3AF27C0E}" presName="iconBgRect" presStyleLbl="bgShp" presStyleIdx="3" presStyleCnt="4"/>
      <dgm:spPr/>
    </dgm:pt>
    <dgm:pt modelId="{EDFEEDC5-9386-449E-8DD1-4AFAF424E9C3}" type="pres">
      <dgm:prSet presAssocID="{4978BF17-53F4-4488-95EA-B5BB3AF27C0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AC0B7774-9CC5-424E-92A3-1D52550850EC}" type="pres">
      <dgm:prSet presAssocID="{4978BF17-53F4-4488-95EA-B5BB3AF27C0E}" presName="spaceRect" presStyleCnt="0"/>
      <dgm:spPr/>
    </dgm:pt>
    <dgm:pt modelId="{582CE4C3-2AC6-46C5-B25E-5D7200D1D315}" type="pres">
      <dgm:prSet presAssocID="{4978BF17-53F4-4488-95EA-B5BB3AF27C0E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8AE0B1F-2A04-490F-84E9-B960985C9C44}" srcId="{1FC22361-9AB6-4DA7-87D3-EED1509D69E6}" destId="{D441AE4B-AD05-4B01-8AA1-23CB775320C7}" srcOrd="1" destOrd="0" parTransId="{1456772F-C0CC-4C3A-82F5-43755A0F019C}" sibTransId="{C8861A0B-5C33-4018-A8DE-B61EB16504BF}"/>
    <dgm:cxn modelId="{04687922-668E-4605-82F2-CA1EF32FB13C}" type="presOf" srcId="{9ECBA533-988A-4671-89E5-41B3048AC8A6}" destId="{AE40679D-8AAF-4593-8CE2-4134A0F32370}" srcOrd="0" destOrd="0" presId="urn:microsoft.com/office/officeart/2018/2/layout/IconCircleList"/>
    <dgm:cxn modelId="{AE70A035-20C9-4B5A-A363-E1D7223F8239}" type="presOf" srcId="{1FC22361-9AB6-4DA7-87D3-EED1509D69E6}" destId="{EF8C70B5-3491-4BCE-99D7-699D0C027980}" srcOrd="0" destOrd="0" presId="urn:microsoft.com/office/officeart/2018/2/layout/IconCircleList"/>
    <dgm:cxn modelId="{B1669765-6BEF-49E0-99C8-D89CE8E65195}" type="presOf" srcId="{4978BF17-53F4-4488-95EA-B5BB3AF27C0E}" destId="{582CE4C3-2AC6-46C5-B25E-5D7200D1D315}" srcOrd="0" destOrd="0" presId="urn:microsoft.com/office/officeart/2018/2/layout/IconCircleList"/>
    <dgm:cxn modelId="{8E65D57F-D09E-40C6-9A3D-8838574A0A7A}" srcId="{1FC22361-9AB6-4DA7-87D3-EED1509D69E6}" destId="{13DB2502-F1A6-4AA9-85EB-F9E2A675407E}" srcOrd="2" destOrd="0" parTransId="{54BD02EE-823F-4065-9F3D-B6555144A384}" sibTransId="{9ECBA533-988A-4671-89E5-41B3048AC8A6}"/>
    <dgm:cxn modelId="{6A2E4C8B-6CC6-4470-B2C1-9625296BEE22}" type="presOf" srcId="{13DB2502-F1A6-4AA9-85EB-F9E2A675407E}" destId="{4EA55701-D0CE-4C11-AB48-A1D5BB52CE2E}" srcOrd="0" destOrd="0" presId="urn:microsoft.com/office/officeart/2018/2/layout/IconCircleList"/>
    <dgm:cxn modelId="{4FF2C18C-6A55-4CA7-A378-23EB67C07A4A}" type="presOf" srcId="{D441AE4B-AD05-4B01-8AA1-23CB775320C7}" destId="{93FF85B5-F16F-495A-8C83-1B50AD34602D}" srcOrd="0" destOrd="0" presId="urn:microsoft.com/office/officeart/2018/2/layout/IconCircleList"/>
    <dgm:cxn modelId="{B53422A6-44A3-4A30-8603-A4663AC76CD9}" srcId="{1FC22361-9AB6-4DA7-87D3-EED1509D69E6}" destId="{4978BF17-53F4-4488-95EA-B5BB3AF27C0E}" srcOrd="3" destOrd="0" parTransId="{48F6D062-6CF1-4528-889D-F440A17F6167}" sibTransId="{DADEACB8-9BF7-4499-A683-2C31200F0888}"/>
    <dgm:cxn modelId="{0F7F9BC1-170C-48AA-B89B-9B5F649466D3}" type="presOf" srcId="{E969BA2A-08B5-4821-948B-9BB71EC5D45D}" destId="{5055FFDA-9BD3-42E9-9DB1-53E18108180D}" srcOrd="0" destOrd="0" presId="urn:microsoft.com/office/officeart/2018/2/layout/IconCircleList"/>
    <dgm:cxn modelId="{7C76C4E6-F644-463E-A611-5ED783827B00}" type="presOf" srcId="{C8861A0B-5C33-4018-A8DE-B61EB16504BF}" destId="{4B3C9F6A-2116-48BF-ADB6-329576C9CDD0}" srcOrd="0" destOrd="0" presId="urn:microsoft.com/office/officeart/2018/2/layout/IconCircleList"/>
    <dgm:cxn modelId="{EEE145E7-F0CF-4361-A537-17A392BEA911}" srcId="{1FC22361-9AB6-4DA7-87D3-EED1509D69E6}" destId="{E3AF8DD6-6BB7-4762-B517-F05BA7989EC0}" srcOrd="0" destOrd="0" parTransId="{88D388CF-B005-4938-A79C-1E4ADB82F0D4}" sibTransId="{E969BA2A-08B5-4821-948B-9BB71EC5D45D}"/>
    <dgm:cxn modelId="{F4717BEC-5B57-43A8-BD6E-9E5D9FC6E0B5}" type="presOf" srcId="{E3AF8DD6-6BB7-4762-B517-F05BA7989EC0}" destId="{6F3D53DB-EFEC-423D-9A7F-1D84B54B7403}" srcOrd="0" destOrd="0" presId="urn:microsoft.com/office/officeart/2018/2/layout/IconCircleList"/>
    <dgm:cxn modelId="{ED378511-97A7-4143-B313-301E7C3A9E69}" type="presParOf" srcId="{EF8C70B5-3491-4BCE-99D7-699D0C027980}" destId="{81F895F9-9259-47CF-962E-4E274496071E}" srcOrd="0" destOrd="0" presId="urn:microsoft.com/office/officeart/2018/2/layout/IconCircleList"/>
    <dgm:cxn modelId="{5E4704D3-A4AC-495A-8AFE-E22580332603}" type="presParOf" srcId="{81F895F9-9259-47CF-962E-4E274496071E}" destId="{230D3B6D-ECD0-43AF-83DD-370B6B009C76}" srcOrd="0" destOrd="0" presId="urn:microsoft.com/office/officeart/2018/2/layout/IconCircleList"/>
    <dgm:cxn modelId="{03E17D0F-1E78-4FFA-BCAD-BDD69A40E850}" type="presParOf" srcId="{230D3B6D-ECD0-43AF-83DD-370B6B009C76}" destId="{746DDAE2-B7D9-462E-B0FC-9C48B255AFEC}" srcOrd="0" destOrd="0" presId="urn:microsoft.com/office/officeart/2018/2/layout/IconCircleList"/>
    <dgm:cxn modelId="{E0C6FA81-BB0D-40E4-BDCC-05929FB4E913}" type="presParOf" srcId="{230D3B6D-ECD0-43AF-83DD-370B6B009C76}" destId="{F5212F53-A92D-4716-8CCC-7F4F02DB736C}" srcOrd="1" destOrd="0" presId="urn:microsoft.com/office/officeart/2018/2/layout/IconCircleList"/>
    <dgm:cxn modelId="{ACAA2A34-9376-4646-BF47-69135A7CEC3A}" type="presParOf" srcId="{230D3B6D-ECD0-43AF-83DD-370B6B009C76}" destId="{608686A2-00CD-49CC-9BF6-C01ADE258A71}" srcOrd="2" destOrd="0" presId="urn:microsoft.com/office/officeart/2018/2/layout/IconCircleList"/>
    <dgm:cxn modelId="{FCE87766-0FE6-4D1B-85A7-A1A024D0F4F4}" type="presParOf" srcId="{230D3B6D-ECD0-43AF-83DD-370B6B009C76}" destId="{6F3D53DB-EFEC-423D-9A7F-1D84B54B7403}" srcOrd="3" destOrd="0" presId="urn:microsoft.com/office/officeart/2018/2/layout/IconCircleList"/>
    <dgm:cxn modelId="{4EF73B49-91F6-40DD-8450-E499462564FB}" type="presParOf" srcId="{81F895F9-9259-47CF-962E-4E274496071E}" destId="{5055FFDA-9BD3-42E9-9DB1-53E18108180D}" srcOrd="1" destOrd="0" presId="urn:microsoft.com/office/officeart/2018/2/layout/IconCircleList"/>
    <dgm:cxn modelId="{69703537-D945-48D4-8F12-939085A892C6}" type="presParOf" srcId="{81F895F9-9259-47CF-962E-4E274496071E}" destId="{14CBB0F6-9516-4EA2-A555-60DFD5ADEDBF}" srcOrd="2" destOrd="0" presId="urn:microsoft.com/office/officeart/2018/2/layout/IconCircleList"/>
    <dgm:cxn modelId="{363C69C4-B7B9-4FEE-A38A-1641D4A3E493}" type="presParOf" srcId="{14CBB0F6-9516-4EA2-A555-60DFD5ADEDBF}" destId="{5B4E76CE-6142-4F06-976F-8835BDE9CF0F}" srcOrd="0" destOrd="0" presId="urn:microsoft.com/office/officeart/2018/2/layout/IconCircleList"/>
    <dgm:cxn modelId="{9243F551-8DE6-4D8C-B700-4C232B61D76C}" type="presParOf" srcId="{14CBB0F6-9516-4EA2-A555-60DFD5ADEDBF}" destId="{329DE963-70BB-4EF0-B037-45C15A7DD856}" srcOrd="1" destOrd="0" presId="urn:microsoft.com/office/officeart/2018/2/layout/IconCircleList"/>
    <dgm:cxn modelId="{3C18CE00-0AA6-482A-96A8-3ADE72A0C873}" type="presParOf" srcId="{14CBB0F6-9516-4EA2-A555-60DFD5ADEDBF}" destId="{CFEFA9E9-7C35-4930-817C-9B99B658754E}" srcOrd="2" destOrd="0" presId="urn:microsoft.com/office/officeart/2018/2/layout/IconCircleList"/>
    <dgm:cxn modelId="{B7795B8D-0004-4CB3-9EE7-2D831940984C}" type="presParOf" srcId="{14CBB0F6-9516-4EA2-A555-60DFD5ADEDBF}" destId="{93FF85B5-F16F-495A-8C83-1B50AD34602D}" srcOrd="3" destOrd="0" presId="urn:microsoft.com/office/officeart/2018/2/layout/IconCircleList"/>
    <dgm:cxn modelId="{48BDC5EC-8055-40AA-A85F-C4E636E158E8}" type="presParOf" srcId="{81F895F9-9259-47CF-962E-4E274496071E}" destId="{4B3C9F6A-2116-48BF-ADB6-329576C9CDD0}" srcOrd="3" destOrd="0" presId="urn:microsoft.com/office/officeart/2018/2/layout/IconCircleList"/>
    <dgm:cxn modelId="{27092343-D835-40B8-B8EA-C62BA5352606}" type="presParOf" srcId="{81F895F9-9259-47CF-962E-4E274496071E}" destId="{8B799BF6-BD2E-49DF-B20C-B9AA88209F14}" srcOrd="4" destOrd="0" presId="urn:microsoft.com/office/officeart/2018/2/layout/IconCircleList"/>
    <dgm:cxn modelId="{9F6BD5CE-E713-4C5C-9F13-E7670F79FAA0}" type="presParOf" srcId="{8B799BF6-BD2E-49DF-B20C-B9AA88209F14}" destId="{16670B81-1BEF-4E39-AEB0-82134D24E1A7}" srcOrd="0" destOrd="0" presId="urn:microsoft.com/office/officeart/2018/2/layout/IconCircleList"/>
    <dgm:cxn modelId="{086D6C5A-A0B9-4D99-B632-92220CA52FEE}" type="presParOf" srcId="{8B799BF6-BD2E-49DF-B20C-B9AA88209F14}" destId="{F809ED26-D394-4C10-BF87-35C586C68B16}" srcOrd="1" destOrd="0" presId="urn:microsoft.com/office/officeart/2018/2/layout/IconCircleList"/>
    <dgm:cxn modelId="{60CB42E2-CB7F-44D4-A47D-31E68AE5AD73}" type="presParOf" srcId="{8B799BF6-BD2E-49DF-B20C-B9AA88209F14}" destId="{97342FFE-97B7-4A0F-ACAB-930BAEB02D29}" srcOrd="2" destOrd="0" presId="urn:microsoft.com/office/officeart/2018/2/layout/IconCircleList"/>
    <dgm:cxn modelId="{EFF2A100-4BD2-4F24-8974-5D91A2C913DD}" type="presParOf" srcId="{8B799BF6-BD2E-49DF-B20C-B9AA88209F14}" destId="{4EA55701-D0CE-4C11-AB48-A1D5BB52CE2E}" srcOrd="3" destOrd="0" presId="urn:microsoft.com/office/officeart/2018/2/layout/IconCircleList"/>
    <dgm:cxn modelId="{49A74970-33A5-45A1-AEEF-4925D7B450B2}" type="presParOf" srcId="{81F895F9-9259-47CF-962E-4E274496071E}" destId="{AE40679D-8AAF-4593-8CE2-4134A0F32370}" srcOrd="5" destOrd="0" presId="urn:microsoft.com/office/officeart/2018/2/layout/IconCircleList"/>
    <dgm:cxn modelId="{A49ECDC4-A015-4113-84F8-F0E64FE469D9}" type="presParOf" srcId="{81F895F9-9259-47CF-962E-4E274496071E}" destId="{758BBFC6-DD26-4F4B-9258-B31AA1F93A32}" srcOrd="6" destOrd="0" presId="urn:microsoft.com/office/officeart/2018/2/layout/IconCircleList"/>
    <dgm:cxn modelId="{06DAAA04-1F2B-442E-9F56-AF82D2171ABA}" type="presParOf" srcId="{758BBFC6-DD26-4F4B-9258-B31AA1F93A32}" destId="{6B92FBD2-8BA7-4FF2-8E5A-98B3BAE67F69}" srcOrd="0" destOrd="0" presId="urn:microsoft.com/office/officeart/2018/2/layout/IconCircleList"/>
    <dgm:cxn modelId="{71297214-219F-49A8-8C27-8FA63E57767D}" type="presParOf" srcId="{758BBFC6-DD26-4F4B-9258-B31AA1F93A32}" destId="{EDFEEDC5-9386-449E-8DD1-4AFAF424E9C3}" srcOrd="1" destOrd="0" presId="urn:microsoft.com/office/officeart/2018/2/layout/IconCircleList"/>
    <dgm:cxn modelId="{7CFC020D-75FF-4F79-A9F1-3CE0E37CED17}" type="presParOf" srcId="{758BBFC6-DD26-4F4B-9258-B31AA1F93A32}" destId="{AC0B7774-9CC5-424E-92A3-1D52550850EC}" srcOrd="2" destOrd="0" presId="urn:microsoft.com/office/officeart/2018/2/layout/IconCircleList"/>
    <dgm:cxn modelId="{2AAF3298-FCA2-4159-8B1D-912FB2302946}" type="presParOf" srcId="{758BBFC6-DD26-4F4B-9258-B31AA1F93A32}" destId="{582CE4C3-2AC6-46C5-B25E-5D7200D1D31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9C86EFD-F9ED-42F5-8AF2-5FEA8AFD7196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3B01C5D-9C1B-4EE0-887A-D1EEBF06411A}">
      <dgm:prSet/>
      <dgm:spPr/>
      <dgm:t>
        <a:bodyPr/>
        <a:lstStyle/>
        <a:p>
          <a:pPr>
            <a:defRPr cap="all"/>
          </a:pPr>
          <a:r>
            <a:rPr lang="en-US"/>
            <a:t>Reports Features:</a:t>
          </a:r>
        </a:p>
      </dgm:t>
    </dgm:pt>
    <dgm:pt modelId="{8057AA33-522D-4D10-9A5C-5696D8922196}" type="parTrans" cxnId="{5F5BBAD5-F56F-46D8-8006-93C7BE45DF22}">
      <dgm:prSet/>
      <dgm:spPr/>
      <dgm:t>
        <a:bodyPr/>
        <a:lstStyle/>
        <a:p>
          <a:endParaRPr lang="en-US"/>
        </a:p>
      </dgm:t>
    </dgm:pt>
    <dgm:pt modelId="{03145B7E-E07F-452A-BEDE-059FA27E9321}" type="sibTrans" cxnId="{5F5BBAD5-F56F-46D8-8006-93C7BE45DF22}">
      <dgm:prSet/>
      <dgm:spPr/>
      <dgm:t>
        <a:bodyPr/>
        <a:lstStyle/>
        <a:p>
          <a:endParaRPr lang="en-US"/>
        </a:p>
      </dgm:t>
    </dgm:pt>
    <dgm:pt modelId="{DFA32633-587C-4F1A-857E-6B5DFC18A43A}">
      <dgm:prSet/>
      <dgm:spPr/>
      <dgm:t>
        <a:bodyPr/>
        <a:lstStyle/>
        <a:p>
          <a:pPr>
            <a:defRPr cap="all"/>
          </a:pPr>
          <a:r>
            <a:rPr lang="en-US"/>
            <a:t>Monthly Trend Charts: Income vs expense visualization</a:t>
          </a:r>
        </a:p>
      </dgm:t>
    </dgm:pt>
    <dgm:pt modelId="{A37F1C3A-6B25-4235-87CA-29E9D06BF4D7}" type="parTrans" cxnId="{CB7C4125-5EF1-4E60-9B25-C3FF7FF6AE67}">
      <dgm:prSet/>
      <dgm:spPr/>
      <dgm:t>
        <a:bodyPr/>
        <a:lstStyle/>
        <a:p>
          <a:endParaRPr lang="en-US"/>
        </a:p>
      </dgm:t>
    </dgm:pt>
    <dgm:pt modelId="{BF6B7C5E-1C6C-4B03-94CA-197A35BB2AA2}" type="sibTrans" cxnId="{CB7C4125-5EF1-4E60-9B25-C3FF7FF6AE67}">
      <dgm:prSet/>
      <dgm:spPr/>
      <dgm:t>
        <a:bodyPr/>
        <a:lstStyle/>
        <a:p>
          <a:endParaRPr lang="en-US"/>
        </a:p>
      </dgm:t>
    </dgm:pt>
    <dgm:pt modelId="{4995730E-9573-4BD5-8B55-A21E5B1FD2E3}">
      <dgm:prSet/>
      <dgm:spPr/>
      <dgm:t>
        <a:bodyPr/>
        <a:lstStyle/>
        <a:p>
          <a:pPr>
            <a:defRPr cap="all"/>
          </a:pPr>
          <a:r>
            <a:rPr lang="en-US"/>
            <a:t>Category Breakdown: Detailed spending analysis</a:t>
          </a:r>
        </a:p>
      </dgm:t>
    </dgm:pt>
    <dgm:pt modelId="{B69676BA-DE52-4A35-AD00-1E7EAC3CDDAD}" type="parTrans" cxnId="{0C5C9047-FD2C-43DF-8037-FEA2400B0AEE}">
      <dgm:prSet/>
      <dgm:spPr/>
      <dgm:t>
        <a:bodyPr/>
        <a:lstStyle/>
        <a:p>
          <a:endParaRPr lang="en-US"/>
        </a:p>
      </dgm:t>
    </dgm:pt>
    <dgm:pt modelId="{D234AEED-D58D-466E-B5A6-B1504A2ECE87}" type="sibTrans" cxnId="{0C5C9047-FD2C-43DF-8037-FEA2400B0AEE}">
      <dgm:prSet/>
      <dgm:spPr/>
      <dgm:t>
        <a:bodyPr/>
        <a:lstStyle/>
        <a:p>
          <a:endParaRPr lang="en-US"/>
        </a:p>
      </dgm:t>
    </dgm:pt>
    <dgm:pt modelId="{8BFAFE7E-9F9B-4F7B-BACD-D2C84E8455D5}">
      <dgm:prSet/>
      <dgm:spPr/>
      <dgm:t>
        <a:bodyPr/>
        <a:lstStyle/>
        <a:p>
          <a:pPr>
            <a:defRPr cap="all"/>
          </a:pPr>
          <a:r>
            <a:rPr lang="en-US"/>
            <a:t>Time Period Selection: Flexible reporting ranges</a:t>
          </a:r>
        </a:p>
      </dgm:t>
    </dgm:pt>
    <dgm:pt modelId="{887F9DDE-7D3D-4D75-8BDD-1A531A6B3FCC}" type="parTrans" cxnId="{19C5ED49-5918-4E85-8416-06E8DD4FC352}">
      <dgm:prSet/>
      <dgm:spPr/>
      <dgm:t>
        <a:bodyPr/>
        <a:lstStyle/>
        <a:p>
          <a:endParaRPr lang="en-US"/>
        </a:p>
      </dgm:t>
    </dgm:pt>
    <dgm:pt modelId="{10A20675-52A4-4BDE-AC7C-FF36CEA5989A}" type="sibTrans" cxnId="{19C5ED49-5918-4E85-8416-06E8DD4FC352}">
      <dgm:prSet/>
      <dgm:spPr/>
      <dgm:t>
        <a:bodyPr/>
        <a:lstStyle/>
        <a:p>
          <a:endParaRPr lang="en-US"/>
        </a:p>
      </dgm:t>
    </dgm:pt>
    <dgm:pt modelId="{E2CFADF7-0EA0-491E-9316-83B3B698EE59}">
      <dgm:prSet/>
      <dgm:spPr/>
      <dgm:t>
        <a:bodyPr/>
        <a:lstStyle/>
        <a:p>
          <a:pPr>
            <a:defRPr cap="all"/>
          </a:pPr>
          <a:r>
            <a:rPr lang="en-US"/>
            <a:t>Savings Rate Calculation: Financial health metrics</a:t>
          </a:r>
        </a:p>
      </dgm:t>
    </dgm:pt>
    <dgm:pt modelId="{1D709777-84F5-4FD5-B407-9E4F8ABDE139}" type="parTrans" cxnId="{4F132492-9A91-46C5-A75F-10A97237CE9E}">
      <dgm:prSet/>
      <dgm:spPr/>
      <dgm:t>
        <a:bodyPr/>
        <a:lstStyle/>
        <a:p>
          <a:endParaRPr lang="en-US"/>
        </a:p>
      </dgm:t>
    </dgm:pt>
    <dgm:pt modelId="{AE9BCABB-C461-4883-B4C0-020F17B942B3}" type="sibTrans" cxnId="{4F132492-9A91-46C5-A75F-10A97237CE9E}">
      <dgm:prSet/>
      <dgm:spPr/>
      <dgm:t>
        <a:bodyPr/>
        <a:lstStyle/>
        <a:p>
          <a:endParaRPr lang="en-US"/>
        </a:p>
      </dgm:t>
    </dgm:pt>
    <dgm:pt modelId="{07D9352D-4818-4BD3-A1F6-9B37AD49DC21}">
      <dgm:prSet/>
      <dgm:spPr/>
      <dgm:t>
        <a:bodyPr/>
        <a:lstStyle/>
        <a:p>
          <a:pPr>
            <a:defRPr cap="all"/>
          </a:pPr>
          <a:r>
            <a:rPr lang="en-US"/>
            <a:t>Export-Ready Data: Clean, formatted tables</a:t>
          </a:r>
        </a:p>
      </dgm:t>
    </dgm:pt>
    <dgm:pt modelId="{0E5DBE75-82A4-445A-836E-1039B9860B33}" type="parTrans" cxnId="{F682DC83-C2C3-41AF-A3D3-A0D45BA29727}">
      <dgm:prSet/>
      <dgm:spPr/>
      <dgm:t>
        <a:bodyPr/>
        <a:lstStyle/>
        <a:p>
          <a:endParaRPr lang="en-US"/>
        </a:p>
      </dgm:t>
    </dgm:pt>
    <dgm:pt modelId="{8E85A92B-D89A-4219-A6A6-9E7C3BF95A42}" type="sibTrans" cxnId="{F682DC83-C2C3-41AF-A3D3-A0D45BA29727}">
      <dgm:prSet/>
      <dgm:spPr/>
      <dgm:t>
        <a:bodyPr/>
        <a:lstStyle/>
        <a:p>
          <a:endParaRPr lang="en-US"/>
        </a:p>
      </dgm:t>
    </dgm:pt>
    <dgm:pt modelId="{D8C31D10-728F-4E5E-899C-7D3A595639A8}" type="pres">
      <dgm:prSet presAssocID="{49C86EFD-F9ED-42F5-8AF2-5FEA8AFD7196}" presName="root" presStyleCnt="0">
        <dgm:presLayoutVars>
          <dgm:dir/>
          <dgm:resizeHandles val="exact"/>
        </dgm:presLayoutVars>
      </dgm:prSet>
      <dgm:spPr/>
    </dgm:pt>
    <dgm:pt modelId="{55F8EE7C-8FFD-4EFC-9F98-B65910A13601}" type="pres">
      <dgm:prSet presAssocID="{E3B01C5D-9C1B-4EE0-887A-D1EEBF06411A}" presName="compNode" presStyleCnt="0"/>
      <dgm:spPr/>
    </dgm:pt>
    <dgm:pt modelId="{61E1FFB4-2E96-4919-BF31-61D529590E52}" type="pres">
      <dgm:prSet presAssocID="{E3B01C5D-9C1B-4EE0-887A-D1EEBF06411A}" presName="iconBgRect" presStyleLbl="bgShp" presStyleIdx="0" presStyleCnt="6"/>
      <dgm:spPr/>
    </dgm:pt>
    <dgm:pt modelId="{465F1A26-DD35-4363-90BE-D9098353041D}" type="pres">
      <dgm:prSet presAssocID="{E3B01C5D-9C1B-4EE0-887A-D1EEBF06411A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D1C2B933-5F9F-4F11-B87C-319E6998DA80}" type="pres">
      <dgm:prSet presAssocID="{E3B01C5D-9C1B-4EE0-887A-D1EEBF06411A}" presName="spaceRect" presStyleCnt="0"/>
      <dgm:spPr/>
    </dgm:pt>
    <dgm:pt modelId="{67E5E9E6-7E35-4523-B777-FBC3AF061A81}" type="pres">
      <dgm:prSet presAssocID="{E3B01C5D-9C1B-4EE0-887A-D1EEBF06411A}" presName="textRect" presStyleLbl="revTx" presStyleIdx="0" presStyleCnt="6">
        <dgm:presLayoutVars>
          <dgm:chMax val="1"/>
          <dgm:chPref val="1"/>
        </dgm:presLayoutVars>
      </dgm:prSet>
      <dgm:spPr/>
    </dgm:pt>
    <dgm:pt modelId="{AA3B71B0-27FF-47B8-A660-2FFF695893B4}" type="pres">
      <dgm:prSet presAssocID="{03145B7E-E07F-452A-BEDE-059FA27E9321}" presName="sibTrans" presStyleCnt="0"/>
      <dgm:spPr/>
    </dgm:pt>
    <dgm:pt modelId="{3FEF2391-CBD6-4D3F-82A5-4FC3CAA1CEA1}" type="pres">
      <dgm:prSet presAssocID="{DFA32633-587C-4F1A-857E-6B5DFC18A43A}" presName="compNode" presStyleCnt="0"/>
      <dgm:spPr/>
    </dgm:pt>
    <dgm:pt modelId="{EC2A2EBD-31B3-415B-B60C-2A59953A460B}" type="pres">
      <dgm:prSet presAssocID="{DFA32633-587C-4F1A-857E-6B5DFC18A43A}" presName="iconBgRect" presStyleLbl="bgShp" presStyleIdx="1" presStyleCnt="6"/>
      <dgm:spPr/>
    </dgm:pt>
    <dgm:pt modelId="{01DA24AC-51EE-4450-BABF-33A859E86CB9}" type="pres">
      <dgm:prSet presAssocID="{DFA32633-587C-4F1A-857E-6B5DFC18A43A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B674A901-6A80-441F-83CC-66F3B001EF16}" type="pres">
      <dgm:prSet presAssocID="{DFA32633-587C-4F1A-857E-6B5DFC18A43A}" presName="spaceRect" presStyleCnt="0"/>
      <dgm:spPr/>
    </dgm:pt>
    <dgm:pt modelId="{F8AECE90-3DA9-4E70-8ADC-D09CE074FD1B}" type="pres">
      <dgm:prSet presAssocID="{DFA32633-587C-4F1A-857E-6B5DFC18A43A}" presName="textRect" presStyleLbl="revTx" presStyleIdx="1" presStyleCnt="6">
        <dgm:presLayoutVars>
          <dgm:chMax val="1"/>
          <dgm:chPref val="1"/>
        </dgm:presLayoutVars>
      </dgm:prSet>
      <dgm:spPr/>
    </dgm:pt>
    <dgm:pt modelId="{809DDED3-57E4-4A4F-ACF0-C55BC8CAC6BC}" type="pres">
      <dgm:prSet presAssocID="{BF6B7C5E-1C6C-4B03-94CA-197A35BB2AA2}" presName="sibTrans" presStyleCnt="0"/>
      <dgm:spPr/>
    </dgm:pt>
    <dgm:pt modelId="{FC03163E-37EC-4ACD-95C9-F0F0C7163062}" type="pres">
      <dgm:prSet presAssocID="{4995730E-9573-4BD5-8B55-A21E5B1FD2E3}" presName="compNode" presStyleCnt="0"/>
      <dgm:spPr/>
    </dgm:pt>
    <dgm:pt modelId="{C891E4F1-A76F-4159-82CC-9AA5AFF2275D}" type="pres">
      <dgm:prSet presAssocID="{4995730E-9573-4BD5-8B55-A21E5B1FD2E3}" presName="iconBgRect" presStyleLbl="bgShp" presStyleIdx="2" presStyleCnt="6"/>
      <dgm:spPr/>
    </dgm:pt>
    <dgm:pt modelId="{B887EA1A-2E8A-4204-A5AE-5E87EFB2C49D}" type="pres">
      <dgm:prSet presAssocID="{4995730E-9573-4BD5-8B55-A21E5B1FD2E3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7BF593DC-E87C-4B44-86AA-6C51120BB988}" type="pres">
      <dgm:prSet presAssocID="{4995730E-9573-4BD5-8B55-A21E5B1FD2E3}" presName="spaceRect" presStyleCnt="0"/>
      <dgm:spPr/>
    </dgm:pt>
    <dgm:pt modelId="{9FDDDD7F-73A8-4729-A9EA-EC9C593A7EE0}" type="pres">
      <dgm:prSet presAssocID="{4995730E-9573-4BD5-8B55-A21E5B1FD2E3}" presName="textRect" presStyleLbl="revTx" presStyleIdx="2" presStyleCnt="6">
        <dgm:presLayoutVars>
          <dgm:chMax val="1"/>
          <dgm:chPref val="1"/>
        </dgm:presLayoutVars>
      </dgm:prSet>
      <dgm:spPr/>
    </dgm:pt>
    <dgm:pt modelId="{140C5499-A425-4153-B8BB-A6CA04A42398}" type="pres">
      <dgm:prSet presAssocID="{D234AEED-D58D-466E-B5A6-B1504A2ECE87}" presName="sibTrans" presStyleCnt="0"/>
      <dgm:spPr/>
    </dgm:pt>
    <dgm:pt modelId="{687D3441-6DF1-4E94-9D38-7AF52B9A0381}" type="pres">
      <dgm:prSet presAssocID="{8BFAFE7E-9F9B-4F7B-BACD-D2C84E8455D5}" presName="compNode" presStyleCnt="0"/>
      <dgm:spPr/>
    </dgm:pt>
    <dgm:pt modelId="{41D4F278-6531-4775-876B-9BE6981E43FC}" type="pres">
      <dgm:prSet presAssocID="{8BFAFE7E-9F9B-4F7B-BACD-D2C84E8455D5}" presName="iconBgRect" presStyleLbl="bgShp" presStyleIdx="3" presStyleCnt="6"/>
      <dgm:spPr/>
    </dgm:pt>
    <dgm:pt modelId="{7B2C2FBD-F92C-4662-A2AC-88784BDC6049}" type="pres">
      <dgm:prSet presAssocID="{8BFAFE7E-9F9B-4F7B-BACD-D2C84E8455D5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FF1299FE-2F38-46D9-A83E-16AEF1697231}" type="pres">
      <dgm:prSet presAssocID="{8BFAFE7E-9F9B-4F7B-BACD-D2C84E8455D5}" presName="spaceRect" presStyleCnt="0"/>
      <dgm:spPr/>
    </dgm:pt>
    <dgm:pt modelId="{AA2DEFB8-EA1D-45D0-B34F-2281341D03D2}" type="pres">
      <dgm:prSet presAssocID="{8BFAFE7E-9F9B-4F7B-BACD-D2C84E8455D5}" presName="textRect" presStyleLbl="revTx" presStyleIdx="3" presStyleCnt="6">
        <dgm:presLayoutVars>
          <dgm:chMax val="1"/>
          <dgm:chPref val="1"/>
        </dgm:presLayoutVars>
      </dgm:prSet>
      <dgm:spPr/>
    </dgm:pt>
    <dgm:pt modelId="{470656FF-1351-4F39-8BAC-5F6009971C37}" type="pres">
      <dgm:prSet presAssocID="{10A20675-52A4-4BDE-AC7C-FF36CEA5989A}" presName="sibTrans" presStyleCnt="0"/>
      <dgm:spPr/>
    </dgm:pt>
    <dgm:pt modelId="{A9808C6F-8214-4DDC-A8CF-AAECCBB298DA}" type="pres">
      <dgm:prSet presAssocID="{E2CFADF7-0EA0-491E-9316-83B3B698EE59}" presName="compNode" presStyleCnt="0"/>
      <dgm:spPr/>
    </dgm:pt>
    <dgm:pt modelId="{837EADE4-D9EC-4F8F-9669-03BA23304594}" type="pres">
      <dgm:prSet presAssocID="{E2CFADF7-0EA0-491E-9316-83B3B698EE59}" presName="iconBgRect" presStyleLbl="bgShp" presStyleIdx="4" presStyleCnt="6"/>
      <dgm:spPr/>
    </dgm:pt>
    <dgm:pt modelId="{9C301160-BA41-4093-A68F-05BEB0DB99DC}" type="pres">
      <dgm:prSet presAssocID="{E2CFADF7-0EA0-491E-9316-83B3B698EE59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ggy Bank"/>
        </a:ext>
      </dgm:extLst>
    </dgm:pt>
    <dgm:pt modelId="{6D659217-8A35-46B1-9610-297AF7C59D32}" type="pres">
      <dgm:prSet presAssocID="{E2CFADF7-0EA0-491E-9316-83B3B698EE59}" presName="spaceRect" presStyleCnt="0"/>
      <dgm:spPr/>
    </dgm:pt>
    <dgm:pt modelId="{BCFE7E4A-2CE3-4F47-A76A-F48ED33CD3B3}" type="pres">
      <dgm:prSet presAssocID="{E2CFADF7-0EA0-491E-9316-83B3B698EE59}" presName="textRect" presStyleLbl="revTx" presStyleIdx="4" presStyleCnt="6">
        <dgm:presLayoutVars>
          <dgm:chMax val="1"/>
          <dgm:chPref val="1"/>
        </dgm:presLayoutVars>
      </dgm:prSet>
      <dgm:spPr/>
    </dgm:pt>
    <dgm:pt modelId="{E26BEA61-A20A-44B4-972D-9F5189306C22}" type="pres">
      <dgm:prSet presAssocID="{AE9BCABB-C461-4883-B4C0-020F17B942B3}" presName="sibTrans" presStyleCnt="0"/>
      <dgm:spPr/>
    </dgm:pt>
    <dgm:pt modelId="{3419C17B-25EA-4216-B21B-697D6CACEC8D}" type="pres">
      <dgm:prSet presAssocID="{07D9352D-4818-4BD3-A1F6-9B37AD49DC21}" presName="compNode" presStyleCnt="0"/>
      <dgm:spPr/>
    </dgm:pt>
    <dgm:pt modelId="{7FE7B994-AABB-417D-B526-FBE8FCF00580}" type="pres">
      <dgm:prSet presAssocID="{07D9352D-4818-4BD3-A1F6-9B37AD49DC21}" presName="iconBgRect" presStyleLbl="bgShp" presStyleIdx="5" presStyleCnt="6"/>
      <dgm:spPr/>
    </dgm:pt>
    <dgm:pt modelId="{6E9B1737-9052-4E24-BEC1-429C2AFA0073}" type="pres">
      <dgm:prSet presAssocID="{07D9352D-4818-4BD3-A1F6-9B37AD49DC21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970A65DA-0DC3-42B2-9BE4-BB1871D89490}" type="pres">
      <dgm:prSet presAssocID="{07D9352D-4818-4BD3-A1F6-9B37AD49DC21}" presName="spaceRect" presStyleCnt="0"/>
      <dgm:spPr/>
    </dgm:pt>
    <dgm:pt modelId="{A19DF61E-3141-40AF-866C-68DF359CEA85}" type="pres">
      <dgm:prSet presAssocID="{07D9352D-4818-4BD3-A1F6-9B37AD49DC21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CB7C4125-5EF1-4E60-9B25-C3FF7FF6AE67}" srcId="{49C86EFD-F9ED-42F5-8AF2-5FEA8AFD7196}" destId="{DFA32633-587C-4F1A-857E-6B5DFC18A43A}" srcOrd="1" destOrd="0" parTransId="{A37F1C3A-6B25-4235-87CA-29E9D06BF4D7}" sibTransId="{BF6B7C5E-1C6C-4B03-94CA-197A35BB2AA2}"/>
    <dgm:cxn modelId="{35D65F3A-23D7-42A6-87CD-AD66559360FD}" type="presOf" srcId="{E2CFADF7-0EA0-491E-9316-83B3B698EE59}" destId="{BCFE7E4A-2CE3-4F47-A76A-F48ED33CD3B3}" srcOrd="0" destOrd="0" presId="urn:microsoft.com/office/officeart/2018/5/layout/IconCircleLabelList"/>
    <dgm:cxn modelId="{85EF483C-FD39-42FA-9D9F-AB0F4534BF4D}" type="presOf" srcId="{49C86EFD-F9ED-42F5-8AF2-5FEA8AFD7196}" destId="{D8C31D10-728F-4E5E-899C-7D3A595639A8}" srcOrd="0" destOrd="0" presId="urn:microsoft.com/office/officeart/2018/5/layout/IconCircleLabelList"/>
    <dgm:cxn modelId="{A4D5A962-E295-4FEC-8E3D-F87E2AD37ED3}" type="presOf" srcId="{DFA32633-587C-4F1A-857E-6B5DFC18A43A}" destId="{F8AECE90-3DA9-4E70-8ADC-D09CE074FD1B}" srcOrd="0" destOrd="0" presId="urn:microsoft.com/office/officeart/2018/5/layout/IconCircleLabelList"/>
    <dgm:cxn modelId="{0C5C9047-FD2C-43DF-8037-FEA2400B0AEE}" srcId="{49C86EFD-F9ED-42F5-8AF2-5FEA8AFD7196}" destId="{4995730E-9573-4BD5-8B55-A21E5B1FD2E3}" srcOrd="2" destOrd="0" parTransId="{B69676BA-DE52-4A35-AD00-1E7EAC3CDDAD}" sibTransId="{D234AEED-D58D-466E-B5A6-B1504A2ECE87}"/>
    <dgm:cxn modelId="{19C5ED49-5918-4E85-8416-06E8DD4FC352}" srcId="{49C86EFD-F9ED-42F5-8AF2-5FEA8AFD7196}" destId="{8BFAFE7E-9F9B-4F7B-BACD-D2C84E8455D5}" srcOrd="3" destOrd="0" parTransId="{887F9DDE-7D3D-4D75-8BDD-1A531A6B3FCC}" sibTransId="{10A20675-52A4-4BDE-AC7C-FF36CEA5989A}"/>
    <dgm:cxn modelId="{C9C43980-EC95-4BD2-BE3D-F892BE773788}" type="presOf" srcId="{E3B01C5D-9C1B-4EE0-887A-D1EEBF06411A}" destId="{67E5E9E6-7E35-4523-B777-FBC3AF061A81}" srcOrd="0" destOrd="0" presId="urn:microsoft.com/office/officeart/2018/5/layout/IconCircleLabelList"/>
    <dgm:cxn modelId="{F682DC83-C2C3-41AF-A3D3-A0D45BA29727}" srcId="{49C86EFD-F9ED-42F5-8AF2-5FEA8AFD7196}" destId="{07D9352D-4818-4BD3-A1F6-9B37AD49DC21}" srcOrd="5" destOrd="0" parTransId="{0E5DBE75-82A4-445A-836E-1039B9860B33}" sibTransId="{8E85A92B-D89A-4219-A6A6-9E7C3BF95A42}"/>
    <dgm:cxn modelId="{4F132492-9A91-46C5-A75F-10A97237CE9E}" srcId="{49C86EFD-F9ED-42F5-8AF2-5FEA8AFD7196}" destId="{E2CFADF7-0EA0-491E-9316-83B3B698EE59}" srcOrd="4" destOrd="0" parTransId="{1D709777-84F5-4FD5-B407-9E4F8ABDE139}" sibTransId="{AE9BCABB-C461-4883-B4C0-020F17B942B3}"/>
    <dgm:cxn modelId="{4D184395-896A-4388-AFF0-5BE6BBA69327}" type="presOf" srcId="{4995730E-9573-4BD5-8B55-A21E5B1FD2E3}" destId="{9FDDDD7F-73A8-4729-A9EA-EC9C593A7EE0}" srcOrd="0" destOrd="0" presId="urn:microsoft.com/office/officeart/2018/5/layout/IconCircleLabelList"/>
    <dgm:cxn modelId="{8DB65EB0-A70A-48E1-8043-D3E2DA062AAA}" type="presOf" srcId="{8BFAFE7E-9F9B-4F7B-BACD-D2C84E8455D5}" destId="{AA2DEFB8-EA1D-45D0-B34F-2281341D03D2}" srcOrd="0" destOrd="0" presId="urn:microsoft.com/office/officeart/2018/5/layout/IconCircleLabelList"/>
    <dgm:cxn modelId="{5F5BBAD5-F56F-46D8-8006-93C7BE45DF22}" srcId="{49C86EFD-F9ED-42F5-8AF2-5FEA8AFD7196}" destId="{E3B01C5D-9C1B-4EE0-887A-D1EEBF06411A}" srcOrd="0" destOrd="0" parTransId="{8057AA33-522D-4D10-9A5C-5696D8922196}" sibTransId="{03145B7E-E07F-452A-BEDE-059FA27E9321}"/>
    <dgm:cxn modelId="{529BF9D8-6CF4-42D8-8E42-D1920D2FC400}" type="presOf" srcId="{07D9352D-4818-4BD3-A1F6-9B37AD49DC21}" destId="{A19DF61E-3141-40AF-866C-68DF359CEA85}" srcOrd="0" destOrd="0" presId="urn:microsoft.com/office/officeart/2018/5/layout/IconCircleLabelList"/>
    <dgm:cxn modelId="{203C465E-834A-41CB-A307-6BC0E353218F}" type="presParOf" srcId="{D8C31D10-728F-4E5E-899C-7D3A595639A8}" destId="{55F8EE7C-8FFD-4EFC-9F98-B65910A13601}" srcOrd="0" destOrd="0" presId="urn:microsoft.com/office/officeart/2018/5/layout/IconCircleLabelList"/>
    <dgm:cxn modelId="{C336726D-16B9-49C5-8E54-AE70B038C753}" type="presParOf" srcId="{55F8EE7C-8FFD-4EFC-9F98-B65910A13601}" destId="{61E1FFB4-2E96-4919-BF31-61D529590E52}" srcOrd="0" destOrd="0" presId="urn:microsoft.com/office/officeart/2018/5/layout/IconCircleLabelList"/>
    <dgm:cxn modelId="{0F708DCC-CD18-4EE5-9371-59A0763E8273}" type="presParOf" srcId="{55F8EE7C-8FFD-4EFC-9F98-B65910A13601}" destId="{465F1A26-DD35-4363-90BE-D9098353041D}" srcOrd="1" destOrd="0" presId="urn:microsoft.com/office/officeart/2018/5/layout/IconCircleLabelList"/>
    <dgm:cxn modelId="{FEB0A9F6-F965-4EAD-9F82-FF8E7CDBCF53}" type="presParOf" srcId="{55F8EE7C-8FFD-4EFC-9F98-B65910A13601}" destId="{D1C2B933-5F9F-4F11-B87C-319E6998DA80}" srcOrd="2" destOrd="0" presId="urn:microsoft.com/office/officeart/2018/5/layout/IconCircleLabelList"/>
    <dgm:cxn modelId="{CF82E13F-E3C6-4103-979A-E0F7ED20AD07}" type="presParOf" srcId="{55F8EE7C-8FFD-4EFC-9F98-B65910A13601}" destId="{67E5E9E6-7E35-4523-B777-FBC3AF061A81}" srcOrd="3" destOrd="0" presId="urn:microsoft.com/office/officeart/2018/5/layout/IconCircleLabelList"/>
    <dgm:cxn modelId="{E3E7F400-9DAF-40B8-B4F6-6A545EC3EC23}" type="presParOf" srcId="{D8C31D10-728F-4E5E-899C-7D3A595639A8}" destId="{AA3B71B0-27FF-47B8-A660-2FFF695893B4}" srcOrd="1" destOrd="0" presId="urn:microsoft.com/office/officeart/2018/5/layout/IconCircleLabelList"/>
    <dgm:cxn modelId="{E4436BB4-1102-4733-A495-056C92805CA6}" type="presParOf" srcId="{D8C31D10-728F-4E5E-899C-7D3A595639A8}" destId="{3FEF2391-CBD6-4D3F-82A5-4FC3CAA1CEA1}" srcOrd="2" destOrd="0" presId="urn:microsoft.com/office/officeart/2018/5/layout/IconCircleLabelList"/>
    <dgm:cxn modelId="{D8471094-5BBB-4959-B2B2-03F5FBEB7DB4}" type="presParOf" srcId="{3FEF2391-CBD6-4D3F-82A5-4FC3CAA1CEA1}" destId="{EC2A2EBD-31B3-415B-B60C-2A59953A460B}" srcOrd="0" destOrd="0" presId="urn:microsoft.com/office/officeart/2018/5/layout/IconCircleLabelList"/>
    <dgm:cxn modelId="{E114ECD3-EE12-49B6-81EC-105DE16149DB}" type="presParOf" srcId="{3FEF2391-CBD6-4D3F-82A5-4FC3CAA1CEA1}" destId="{01DA24AC-51EE-4450-BABF-33A859E86CB9}" srcOrd="1" destOrd="0" presId="urn:microsoft.com/office/officeart/2018/5/layout/IconCircleLabelList"/>
    <dgm:cxn modelId="{F95F528C-45D3-416B-A232-5BB7157658B3}" type="presParOf" srcId="{3FEF2391-CBD6-4D3F-82A5-4FC3CAA1CEA1}" destId="{B674A901-6A80-441F-83CC-66F3B001EF16}" srcOrd="2" destOrd="0" presId="urn:microsoft.com/office/officeart/2018/5/layout/IconCircleLabelList"/>
    <dgm:cxn modelId="{5B5E550F-354A-485E-8589-1910D3F5C51B}" type="presParOf" srcId="{3FEF2391-CBD6-4D3F-82A5-4FC3CAA1CEA1}" destId="{F8AECE90-3DA9-4E70-8ADC-D09CE074FD1B}" srcOrd="3" destOrd="0" presId="urn:microsoft.com/office/officeart/2018/5/layout/IconCircleLabelList"/>
    <dgm:cxn modelId="{94C81529-EDB1-4996-A764-B01DBB9510E1}" type="presParOf" srcId="{D8C31D10-728F-4E5E-899C-7D3A595639A8}" destId="{809DDED3-57E4-4A4F-ACF0-C55BC8CAC6BC}" srcOrd="3" destOrd="0" presId="urn:microsoft.com/office/officeart/2018/5/layout/IconCircleLabelList"/>
    <dgm:cxn modelId="{99439E5E-78A6-4D8E-9DD7-6723F372249D}" type="presParOf" srcId="{D8C31D10-728F-4E5E-899C-7D3A595639A8}" destId="{FC03163E-37EC-4ACD-95C9-F0F0C7163062}" srcOrd="4" destOrd="0" presId="urn:microsoft.com/office/officeart/2018/5/layout/IconCircleLabelList"/>
    <dgm:cxn modelId="{C990167D-3F0A-406F-83DA-8B115FD65608}" type="presParOf" srcId="{FC03163E-37EC-4ACD-95C9-F0F0C7163062}" destId="{C891E4F1-A76F-4159-82CC-9AA5AFF2275D}" srcOrd="0" destOrd="0" presId="urn:microsoft.com/office/officeart/2018/5/layout/IconCircleLabelList"/>
    <dgm:cxn modelId="{B7646869-BAF1-4E7F-B7CD-3B06AC71BED6}" type="presParOf" srcId="{FC03163E-37EC-4ACD-95C9-F0F0C7163062}" destId="{B887EA1A-2E8A-4204-A5AE-5E87EFB2C49D}" srcOrd="1" destOrd="0" presId="urn:microsoft.com/office/officeart/2018/5/layout/IconCircleLabelList"/>
    <dgm:cxn modelId="{B7657B02-41AE-459F-A6F0-30E88C765373}" type="presParOf" srcId="{FC03163E-37EC-4ACD-95C9-F0F0C7163062}" destId="{7BF593DC-E87C-4B44-86AA-6C51120BB988}" srcOrd="2" destOrd="0" presId="urn:microsoft.com/office/officeart/2018/5/layout/IconCircleLabelList"/>
    <dgm:cxn modelId="{42AE4044-81B8-4395-88AC-BF400FC19BDE}" type="presParOf" srcId="{FC03163E-37EC-4ACD-95C9-F0F0C7163062}" destId="{9FDDDD7F-73A8-4729-A9EA-EC9C593A7EE0}" srcOrd="3" destOrd="0" presId="urn:microsoft.com/office/officeart/2018/5/layout/IconCircleLabelList"/>
    <dgm:cxn modelId="{7FE15691-4D76-4501-ADE9-703A61C97D1F}" type="presParOf" srcId="{D8C31D10-728F-4E5E-899C-7D3A595639A8}" destId="{140C5499-A425-4153-B8BB-A6CA04A42398}" srcOrd="5" destOrd="0" presId="urn:microsoft.com/office/officeart/2018/5/layout/IconCircleLabelList"/>
    <dgm:cxn modelId="{C0994A97-E2FE-4322-BCD0-4E8BC5510CA4}" type="presParOf" srcId="{D8C31D10-728F-4E5E-899C-7D3A595639A8}" destId="{687D3441-6DF1-4E94-9D38-7AF52B9A0381}" srcOrd="6" destOrd="0" presId="urn:microsoft.com/office/officeart/2018/5/layout/IconCircleLabelList"/>
    <dgm:cxn modelId="{DB4A501B-EEC6-4A5B-BE9D-73EBC56C8512}" type="presParOf" srcId="{687D3441-6DF1-4E94-9D38-7AF52B9A0381}" destId="{41D4F278-6531-4775-876B-9BE6981E43FC}" srcOrd="0" destOrd="0" presId="urn:microsoft.com/office/officeart/2018/5/layout/IconCircleLabelList"/>
    <dgm:cxn modelId="{E7E87EDA-834A-4E0A-BD88-EC52E3FD4009}" type="presParOf" srcId="{687D3441-6DF1-4E94-9D38-7AF52B9A0381}" destId="{7B2C2FBD-F92C-4662-A2AC-88784BDC6049}" srcOrd="1" destOrd="0" presId="urn:microsoft.com/office/officeart/2018/5/layout/IconCircleLabelList"/>
    <dgm:cxn modelId="{328CE764-4FA7-432F-9096-7DB4CC9A4B35}" type="presParOf" srcId="{687D3441-6DF1-4E94-9D38-7AF52B9A0381}" destId="{FF1299FE-2F38-46D9-A83E-16AEF1697231}" srcOrd="2" destOrd="0" presId="urn:microsoft.com/office/officeart/2018/5/layout/IconCircleLabelList"/>
    <dgm:cxn modelId="{D6E57F95-C629-44B7-861F-23AEBD1CF218}" type="presParOf" srcId="{687D3441-6DF1-4E94-9D38-7AF52B9A0381}" destId="{AA2DEFB8-EA1D-45D0-B34F-2281341D03D2}" srcOrd="3" destOrd="0" presId="urn:microsoft.com/office/officeart/2018/5/layout/IconCircleLabelList"/>
    <dgm:cxn modelId="{60446A8D-B3C1-4C64-B095-1C54A2209AD9}" type="presParOf" srcId="{D8C31D10-728F-4E5E-899C-7D3A595639A8}" destId="{470656FF-1351-4F39-8BAC-5F6009971C37}" srcOrd="7" destOrd="0" presId="urn:microsoft.com/office/officeart/2018/5/layout/IconCircleLabelList"/>
    <dgm:cxn modelId="{7A075F59-0944-4DAA-B4A6-720FB808DD22}" type="presParOf" srcId="{D8C31D10-728F-4E5E-899C-7D3A595639A8}" destId="{A9808C6F-8214-4DDC-A8CF-AAECCBB298DA}" srcOrd="8" destOrd="0" presId="urn:microsoft.com/office/officeart/2018/5/layout/IconCircleLabelList"/>
    <dgm:cxn modelId="{5A4609E6-4E3B-474C-B94D-A00D3B0F0F97}" type="presParOf" srcId="{A9808C6F-8214-4DDC-A8CF-AAECCBB298DA}" destId="{837EADE4-D9EC-4F8F-9669-03BA23304594}" srcOrd="0" destOrd="0" presId="urn:microsoft.com/office/officeart/2018/5/layout/IconCircleLabelList"/>
    <dgm:cxn modelId="{7A2321F1-1C8F-4E21-A322-32076AB49374}" type="presParOf" srcId="{A9808C6F-8214-4DDC-A8CF-AAECCBB298DA}" destId="{9C301160-BA41-4093-A68F-05BEB0DB99DC}" srcOrd="1" destOrd="0" presId="urn:microsoft.com/office/officeart/2018/5/layout/IconCircleLabelList"/>
    <dgm:cxn modelId="{FD45F389-E6D1-4079-8C1F-B08627DFC390}" type="presParOf" srcId="{A9808C6F-8214-4DDC-A8CF-AAECCBB298DA}" destId="{6D659217-8A35-46B1-9610-297AF7C59D32}" srcOrd="2" destOrd="0" presId="urn:microsoft.com/office/officeart/2018/5/layout/IconCircleLabelList"/>
    <dgm:cxn modelId="{7B6C97E5-5476-46A9-AC9C-91E9665B8297}" type="presParOf" srcId="{A9808C6F-8214-4DDC-A8CF-AAECCBB298DA}" destId="{BCFE7E4A-2CE3-4F47-A76A-F48ED33CD3B3}" srcOrd="3" destOrd="0" presId="urn:microsoft.com/office/officeart/2018/5/layout/IconCircleLabelList"/>
    <dgm:cxn modelId="{72EB738A-67C5-4BCD-95CE-756ACA1978F2}" type="presParOf" srcId="{D8C31D10-728F-4E5E-899C-7D3A595639A8}" destId="{E26BEA61-A20A-44B4-972D-9F5189306C22}" srcOrd="9" destOrd="0" presId="urn:microsoft.com/office/officeart/2018/5/layout/IconCircleLabelList"/>
    <dgm:cxn modelId="{AAF1C2F5-FE0F-4998-BECB-602847DCCDBB}" type="presParOf" srcId="{D8C31D10-728F-4E5E-899C-7D3A595639A8}" destId="{3419C17B-25EA-4216-B21B-697D6CACEC8D}" srcOrd="10" destOrd="0" presId="urn:microsoft.com/office/officeart/2018/5/layout/IconCircleLabelList"/>
    <dgm:cxn modelId="{FE31ECF5-A702-4802-956D-8F3378142B2A}" type="presParOf" srcId="{3419C17B-25EA-4216-B21B-697D6CACEC8D}" destId="{7FE7B994-AABB-417D-B526-FBE8FCF00580}" srcOrd="0" destOrd="0" presId="urn:microsoft.com/office/officeart/2018/5/layout/IconCircleLabelList"/>
    <dgm:cxn modelId="{FDD1218C-A977-4E01-AEAA-6D9054663BAF}" type="presParOf" srcId="{3419C17B-25EA-4216-B21B-697D6CACEC8D}" destId="{6E9B1737-9052-4E24-BEC1-429C2AFA0073}" srcOrd="1" destOrd="0" presId="urn:microsoft.com/office/officeart/2018/5/layout/IconCircleLabelList"/>
    <dgm:cxn modelId="{51645C61-B47A-4D02-ACB2-1B9D9757C4AE}" type="presParOf" srcId="{3419C17B-25EA-4216-B21B-697D6CACEC8D}" destId="{970A65DA-0DC3-42B2-9BE4-BB1871D89490}" srcOrd="2" destOrd="0" presId="urn:microsoft.com/office/officeart/2018/5/layout/IconCircleLabelList"/>
    <dgm:cxn modelId="{5EF3A41E-5F19-4B48-B1BF-8965346AF2A4}" type="presParOf" srcId="{3419C17B-25EA-4216-B21B-697D6CACEC8D}" destId="{A19DF61E-3141-40AF-866C-68DF359CEA8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6B24B90-30A2-4CC6-B87F-E63D60A7FF0C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F622421-A2A9-4428-80BA-5116C056D261}">
      <dgm:prSet/>
      <dgm:spPr/>
      <dgm:t>
        <a:bodyPr/>
        <a:lstStyle/>
        <a:p>
          <a:r>
            <a:rPr lang="en-US"/>
            <a:t>🚫 API Failure Recovery: Local calculations as fallback</a:t>
          </a:r>
        </a:p>
      </dgm:t>
    </dgm:pt>
    <dgm:pt modelId="{957A89D5-C5B8-4F80-AA93-AF258DF8925B}" type="parTrans" cxnId="{965AB6BD-5368-462B-9949-DA76BF101380}">
      <dgm:prSet/>
      <dgm:spPr/>
      <dgm:t>
        <a:bodyPr/>
        <a:lstStyle/>
        <a:p>
          <a:endParaRPr lang="en-US"/>
        </a:p>
      </dgm:t>
    </dgm:pt>
    <dgm:pt modelId="{04A9C07C-EA14-4AC1-9D7E-6915C5C30234}" type="sibTrans" cxnId="{965AB6BD-5368-462B-9949-DA76BF101380}">
      <dgm:prSet/>
      <dgm:spPr/>
      <dgm:t>
        <a:bodyPr/>
        <a:lstStyle/>
        <a:p>
          <a:endParaRPr lang="en-US"/>
        </a:p>
      </dgm:t>
    </dgm:pt>
    <dgm:pt modelId="{0EFF2307-4ABB-437B-9155-3CE434FB4B68}">
      <dgm:prSet/>
      <dgm:spPr/>
      <dgm:t>
        <a:bodyPr/>
        <a:lstStyle/>
        <a:p>
          <a:r>
            <a:rPr lang="en-US"/>
            <a:t>⚠️ Input Validation: Comprehensive form validation</a:t>
          </a:r>
        </a:p>
      </dgm:t>
    </dgm:pt>
    <dgm:pt modelId="{E1BB9295-EED5-48C8-B6BA-A903687B53C1}" type="parTrans" cxnId="{5F0BBAB1-0CBE-4744-9190-206585CBA607}">
      <dgm:prSet/>
      <dgm:spPr/>
      <dgm:t>
        <a:bodyPr/>
        <a:lstStyle/>
        <a:p>
          <a:endParaRPr lang="en-US"/>
        </a:p>
      </dgm:t>
    </dgm:pt>
    <dgm:pt modelId="{88E7C04B-9187-4E87-9F40-20D998A65D3A}" type="sibTrans" cxnId="{5F0BBAB1-0CBE-4744-9190-206585CBA607}">
      <dgm:prSet/>
      <dgm:spPr/>
      <dgm:t>
        <a:bodyPr/>
        <a:lstStyle/>
        <a:p>
          <a:endParaRPr lang="en-US"/>
        </a:p>
      </dgm:t>
    </dgm:pt>
    <dgm:pt modelId="{CEC95926-AABB-4995-80C2-F5EE3797322C}">
      <dgm:prSet/>
      <dgm:spPr/>
      <dgm:t>
        <a:bodyPr/>
        <a:lstStyle/>
        <a:p>
          <a:r>
            <a:rPr lang="en-US"/>
            <a:t>🔄 Loading States: User feedback during processing</a:t>
          </a:r>
        </a:p>
      </dgm:t>
    </dgm:pt>
    <dgm:pt modelId="{7E89B70D-BB1D-4915-BE9B-2101C1C75773}" type="parTrans" cxnId="{32F84036-B04D-45AA-993F-61412A069CD3}">
      <dgm:prSet/>
      <dgm:spPr/>
      <dgm:t>
        <a:bodyPr/>
        <a:lstStyle/>
        <a:p>
          <a:endParaRPr lang="en-US"/>
        </a:p>
      </dgm:t>
    </dgm:pt>
    <dgm:pt modelId="{62EADCFC-DBB8-435D-B30A-E412B3152D2D}" type="sibTrans" cxnId="{32F84036-B04D-45AA-993F-61412A069CD3}">
      <dgm:prSet/>
      <dgm:spPr/>
      <dgm:t>
        <a:bodyPr/>
        <a:lstStyle/>
        <a:p>
          <a:endParaRPr lang="en-US"/>
        </a:p>
      </dgm:t>
    </dgm:pt>
    <dgm:pt modelId="{2AF27451-4682-4D0F-B6F4-4928263597CF}">
      <dgm:prSet/>
      <dgm:spPr/>
      <dgm:t>
        <a:bodyPr/>
        <a:lstStyle/>
        <a:p>
          <a:r>
            <a:rPr lang="en-US"/>
            <a:t>📱 Responsive Design: Mobile-friendly interface</a:t>
          </a:r>
        </a:p>
      </dgm:t>
    </dgm:pt>
    <dgm:pt modelId="{E5603D3C-2F0B-44DA-8505-BD0921688EC5}" type="parTrans" cxnId="{0B665C15-362D-464B-B1CC-ACF8325931BD}">
      <dgm:prSet/>
      <dgm:spPr/>
      <dgm:t>
        <a:bodyPr/>
        <a:lstStyle/>
        <a:p>
          <a:endParaRPr lang="en-US"/>
        </a:p>
      </dgm:t>
    </dgm:pt>
    <dgm:pt modelId="{1819FBC8-FD1A-4F4B-A48C-FAAC9F9BA716}" type="sibTrans" cxnId="{0B665C15-362D-464B-B1CC-ACF8325931BD}">
      <dgm:prSet/>
      <dgm:spPr/>
      <dgm:t>
        <a:bodyPr/>
        <a:lstStyle/>
        <a:p>
          <a:endParaRPr lang="en-US"/>
        </a:p>
      </dgm:t>
    </dgm:pt>
    <dgm:pt modelId="{81B85DDF-F97C-4CE2-A592-13C0D53B97E6}">
      <dgm:prSet/>
      <dgm:spPr/>
      <dgm:t>
        <a:bodyPr/>
        <a:lstStyle/>
        <a:p>
          <a:r>
            <a:rPr lang="en-US"/>
            <a:t>💬 Clear Messaging: Success/error notifications</a:t>
          </a:r>
        </a:p>
      </dgm:t>
    </dgm:pt>
    <dgm:pt modelId="{682A5C47-68D0-4AB1-8ED1-5D6051422EA1}" type="parTrans" cxnId="{013C2C38-BE04-4448-89FC-502902D7C5E5}">
      <dgm:prSet/>
      <dgm:spPr/>
      <dgm:t>
        <a:bodyPr/>
        <a:lstStyle/>
        <a:p>
          <a:endParaRPr lang="en-US"/>
        </a:p>
      </dgm:t>
    </dgm:pt>
    <dgm:pt modelId="{C2064254-43D1-4AFB-92BB-2F947C2629B2}" type="sibTrans" cxnId="{013C2C38-BE04-4448-89FC-502902D7C5E5}">
      <dgm:prSet/>
      <dgm:spPr/>
      <dgm:t>
        <a:bodyPr/>
        <a:lstStyle/>
        <a:p>
          <a:endParaRPr lang="en-US"/>
        </a:p>
      </dgm:t>
    </dgm:pt>
    <dgm:pt modelId="{A2144377-5A7A-4C5C-9DD8-5396AD846B68}">
      <dgm:prSet/>
      <dgm:spPr/>
      <dgm:t>
        <a:bodyPr/>
        <a:lstStyle/>
        <a:p>
          <a:r>
            <a:rPr lang="en-US"/>
            <a:t>User Experience Features:</a:t>
          </a:r>
        </a:p>
      </dgm:t>
    </dgm:pt>
    <dgm:pt modelId="{2E37B490-AC54-44E0-84C9-CCB755B846ED}" type="parTrans" cxnId="{56E46EF5-8B7E-40F1-ADC0-1BC786C9D1CB}">
      <dgm:prSet/>
      <dgm:spPr/>
      <dgm:t>
        <a:bodyPr/>
        <a:lstStyle/>
        <a:p>
          <a:endParaRPr lang="en-US"/>
        </a:p>
      </dgm:t>
    </dgm:pt>
    <dgm:pt modelId="{5615F3FB-465B-4840-983F-897C031520A4}" type="sibTrans" cxnId="{56E46EF5-8B7E-40F1-ADC0-1BC786C9D1CB}">
      <dgm:prSet/>
      <dgm:spPr/>
      <dgm:t>
        <a:bodyPr/>
        <a:lstStyle/>
        <a:p>
          <a:endParaRPr lang="en-US"/>
        </a:p>
      </dgm:t>
    </dgm:pt>
    <dgm:pt modelId="{FA9B5791-46FF-462A-A064-7D2112BEED6F}">
      <dgm:prSet/>
      <dgm:spPr/>
      <dgm:t>
        <a:bodyPr/>
        <a:lstStyle/>
        <a:p>
          <a:r>
            <a:rPr lang="en-US"/>
            <a:t>Intuitive navigation</a:t>
          </a:r>
        </a:p>
      </dgm:t>
    </dgm:pt>
    <dgm:pt modelId="{F7BC03DB-CF07-4C19-A9A4-15F723513485}" type="parTrans" cxnId="{95DCAE4B-45FE-49E6-A235-6AF21B3BD656}">
      <dgm:prSet/>
      <dgm:spPr/>
      <dgm:t>
        <a:bodyPr/>
        <a:lstStyle/>
        <a:p>
          <a:endParaRPr lang="en-US"/>
        </a:p>
      </dgm:t>
    </dgm:pt>
    <dgm:pt modelId="{684A2DC2-233D-4A9A-AEA4-8F0128664EF3}" type="sibTrans" cxnId="{95DCAE4B-45FE-49E6-A235-6AF21B3BD656}">
      <dgm:prSet/>
      <dgm:spPr/>
      <dgm:t>
        <a:bodyPr/>
        <a:lstStyle/>
        <a:p>
          <a:endParaRPr lang="en-US"/>
        </a:p>
      </dgm:t>
    </dgm:pt>
    <dgm:pt modelId="{8930E32B-0E61-40CF-90C4-61B508D38FD6}">
      <dgm:prSet/>
      <dgm:spPr/>
      <dgm:t>
        <a:bodyPr/>
        <a:lstStyle/>
        <a:p>
          <a:r>
            <a:rPr lang="en-US"/>
            <a:t>Consistent styling</a:t>
          </a:r>
        </a:p>
      </dgm:t>
    </dgm:pt>
    <dgm:pt modelId="{5BFD9B01-085B-4815-8293-1C2422588067}" type="parTrans" cxnId="{5BAF9BA5-D53E-4539-BFFE-0F937A831830}">
      <dgm:prSet/>
      <dgm:spPr/>
      <dgm:t>
        <a:bodyPr/>
        <a:lstStyle/>
        <a:p>
          <a:endParaRPr lang="en-US"/>
        </a:p>
      </dgm:t>
    </dgm:pt>
    <dgm:pt modelId="{41F304B0-4B35-49FA-AAB2-063C607F1755}" type="sibTrans" cxnId="{5BAF9BA5-D53E-4539-BFFE-0F937A831830}">
      <dgm:prSet/>
      <dgm:spPr/>
      <dgm:t>
        <a:bodyPr/>
        <a:lstStyle/>
        <a:p>
          <a:endParaRPr lang="en-US"/>
        </a:p>
      </dgm:t>
    </dgm:pt>
    <dgm:pt modelId="{4A3DC2A3-E55F-489E-86A9-064218E3EC91}">
      <dgm:prSet/>
      <dgm:spPr/>
      <dgm:t>
        <a:bodyPr/>
        <a:lstStyle/>
        <a:p>
          <a:r>
            <a:rPr lang="en-US"/>
            <a:t>Helpful tooltips</a:t>
          </a:r>
        </a:p>
      </dgm:t>
    </dgm:pt>
    <dgm:pt modelId="{F05D8411-217D-40F1-BF78-16BDBBA553F8}" type="parTrans" cxnId="{9C9E8558-78A3-46E7-AE16-9465E7D886BB}">
      <dgm:prSet/>
      <dgm:spPr/>
      <dgm:t>
        <a:bodyPr/>
        <a:lstStyle/>
        <a:p>
          <a:endParaRPr lang="en-US"/>
        </a:p>
      </dgm:t>
    </dgm:pt>
    <dgm:pt modelId="{1478D65A-22BF-477A-ABCC-BD5FA6314D69}" type="sibTrans" cxnId="{9C9E8558-78A3-46E7-AE16-9465E7D886BB}">
      <dgm:prSet/>
      <dgm:spPr/>
      <dgm:t>
        <a:bodyPr/>
        <a:lstStyle/>
        <a:p>
          <a:endParaRPr lang="en-US"/>
        </a:p>
      </dgm:t>
    </dgm:pt>
    <dgm:pt modelId="{61C7124E-2983-4D85-9E8E-AFF6F57D0A65}">
      <dgm:prSet/>
      <dgm:spPr/>
      <dgm:t>
        <a:bodyPr/>
        <a:lstStyle/>
        <a:p>
          <a:r>
            <a:rPr lang="en-US"/>
            <a:t>Progress indicators</a:t>
          </a:r>
        </a:p>
      </dgm:t>
    </dgm:pt>
    <dgm:pt modelId="{D96DFEE6-A5DC-4B00-B47F-0E3D807941A8}" type="parTrans" cxnId="{7B30DA22-31F4-4875-BDCD-CB4A82F0476A}">
      <dgm:prSet/>
      <dgm:spPr/>
      <dgm:t>
        <a:bodyPr/>
        <a:lstStyle/>
        <a:p>
          <a:endParaRPr lang="en-US"/>
        </a:p>
      </dgm:t>
    </dgm:pt>
    <dgm:pt modelId="{776A080A-0386-40BC-BF35-667384373C63}" type="sibTrans" cxnId="{7B30DA22-31F4-4875-BDCD-CB4A82F0476A}">
      <dgm:prSet/>
      <dgm:spPr/>
      <dgm:t>
        <a:bodyPr/>
        <a:lstStyle/>
        <a:p>
          <a:endParaRPr lang="en-US"/>
        </a:p>
      </dgm:t>
    </dgm:pt>
    <dgm:pt modelId="{60317FEA-7721-49EF-A3FF-9E24DAC7C2F2}" type="pres">
      <dgm:prSet presAssocID="{86B24B90-30A2-4CC6-B87F-E63D60A7FF0C}" presName="vert0" presStyleCnt="0">
        <dgm:presLayoutVars>
          <dgm:dir/>
          <dgm:animOne val="branch"/>
          <dgm:animLvl val="lvl"/>
        </dgm:presLayoutVars>
      </dgm:prSet>
      <dgm:spPr/>
    </dgm:pt>
    <dgm:pt modelId="{41E937D5-3259-48C0-9D3F-57926864A431}" type="pres">
      <dgm:prSet presAssocID="{4F622421-A2A9-4428-80BA-5116C056D261}" presName="thickLine" presStyleLbl="alignNode1" presStyleIdx="0" presStyleCnt="10"/>
      <dgm:spPr/>
    </dgm:pt>
    <dgm:pt modelId="{3CE76990-CEEC-42CA-A320-78F23A1E8635}" type="pres">
      <dgm:prSet presAssocID="{4F622421-A2A9-4428-80BA-5116C056D261}" presName="horz1" presStyleCnt="0"/>
      <dgm:spPr/>
    </dgm:pt>
    <dgm:pt modelId="{77CD1B0A-B917-4097-873D-D902A02EEF53}" type="pres">
      <dgm:prSet presAssocID="{4F622421-A2A9-4428-80BA-5116C056D261}" presName="tx1" presStyleLbl="revTx" presStyleIdx="0" presStyleCnt="10"/>
      <dgm:spPr/>
    </dgm:pt>
    <dgm:pt modelId="{C89DC44E-65EB-4DCA-B0F1-987CFB3F1C9D}" type="pres">
      <dgm:prSet presAssocID="{4F622421-A2A9-4428-80BA-5116C056D261}" presName="vert1" presStyleCnt="0"/>
      <dgm:spPr/>
    </dgm:pt>
    <dgm:pt modelId="{618B876E-A1BF-4523-9B35-AD2E183777B1}" type="pres">
      <dgm:prSet presAssocID="{0EFF2307-4ABB-437B-9155-3CE434FB4B68}" presName="thickLine" presStyleLbl="alignNode1" presStyleIdx="1" presStyleCnt="10"/>
      <dgm:spPr/>
    </dgm:pt>
    <dgm:pt modelId="{9A52142C-720C-4A61-989C-88434C2CC7E3}" type="pres">
      <dgm:prSet presAssocID="{0EFF2307-4ABB-437B-9155-3CE434FB4B68}" presName="horz1" presStyleCnt="0"/>
      <dgm:spPr/>
    </dgm:pt>
    <dgm:pt modelId="{01C702CF-E09D-4E68-8C02-4B87E30E028B}" type="pres">
      <dgm:prSet presAssocID="{0EFF2307-4ABB-437B-9155-3CE434FB4B68}" presName="tx1" presStyleLbl="revTx" presStyleIdx="1" presStyleCnt="10"/>
      <dgm:spPr/>
    </dgm:pt>
    <dgm:pt modelId="{EE00116B-53BA-4244-84C4-562667F48A78}" type="pres">
      <dgm:prSet presAssocID="{0EFF2307-4ABB-437B-9155-3CE434FB4B68}" presName="vert1" presStyleCnt="0"/>
      <dgm:spPr/>
    </dgm:pt>
    <dgm:pt modelId="{B3287416-EEA7-48B2-BC7D-D1A1B634A058}" type="pres">
      <dgm:prSet presAssocID="{CEC95926-AABB-4995-80C2-F5EE3797322C}" presName="thickLine" presStyleLbl="alignNode1" presStyleIdx="2" presStyleCnt="10"/>
      <dgm:spPr/>
    </dgm:pt>
    <dgm:pt modelId="{3087F646-70FF-4C4C-AB0C-1167B3B5D899}" type="pres">
      <dgm:prSet presAssocID="{CEC95926-AABB-4995-80C2-F5EE3797322C}" presName="horz1" presStyleCnt="0"/>
      <dgm:spPr/>
    </dgm:pt>
    <dgm:pt modelId="{FD341A60-905B-408E-BE2B-384969A78404}" type="pres">
      <dgm:prSet presAssocID="{CEC95926-AABB-4995-80C2-F5EE3797322C}" presName="tx1" presStyleLbl="revTx" presStyleIdx="2" presStyleCnt="10"/>
      <dgm:spPr/>
    </dgm:pt>
    <dgm:pt modelId="{578DC71C-D254-47C2-A104-727D2EEABF78}" type="pres">
      <dgm:prSet presAssocID="{CEC95926-AABB-4995-80C2-F5EE3797322C}" presName="vert1" presStyleCnt="0"/>
      <dgm:spPr/>
    </dgm:pt>
    <dgm:pt modelId="{7750CB73-2068-443F-91C9-C0D7179CA047}" type="pres">
      <dgm:prSet presAssocID="{2AF27451-4682-4D0F-B6F4-4928263597CF}" presName="thickLine" presStyleLbl="alignNode1" presStyleIdx="3" presStyleCnt="10"/>
      <dgm:spPr/>
    </dgm:pt>
    <dgm:pt modelId="{9B3443FD-0CAF-4EA1-9718-8B1EC20BCEC8}" type="pres">
      <dgm:prSet presAssocID="{2AF27451-4682-4D0F-B6F4-4928263597CF}" presName="horz1" presStyleCnt="0"/>
      <dgm:spPr/>
    </dgm:pt>
    <dgm:pt modelId="{EDD4E65B-5C25-4076-8570-F0CE47F78064}" type="pres">
      <dgm:prSet presAssocID="{2AF27451-4682-4D0F-B6F4-4928263597CF}" presName="tx1" presStyleLbl="revTx" presStyleIdx="3" presStyleCnt="10"/>
      <dgm:spPr/>
    </dgm:pt>
    <dgm:pt modelId="{A52316BF-97D1-4BA0-BA99-2C9890E7340E}" type="pres">
      <dgm:prSet presAssocID="{2AF27451-4682-4D0F-B6F4-4928263597CF}" presName="vert1" presStyleCnt="0"/>
      <dgm:spPr/>
    </dgm:pt>
    <dgm:pt modelId="{8387C486-6FEE-47AC-8769-16E915E94629}" type="pres">
      <dgm:prSet presAssocID="{81B85DDF-F97C-4CE2-A592-13C0D53B97E6}" presName="thickLine" presStyleLbl="alignNode1" presStyleIdx="4" presStyleCnt="10"/>
      <dgm:spPr/>
    </dgm:pt>
    <dgm:pt modelId="{58EAA5F6-85E8-4A9B-8017-B36CEDB2DBBF}" type="pres">
      <dgm:prSet presAssocID="{81B85DDF-F97C-4CE2-A592-13C0D53B97E6}" presName="horz1" presStyleCnt="0"/>
      <dgm:spPr/>
    </dgm:pt>
    <dgm:pt modelId="{5A9D1A2F-5B87-4DE6-BE93-CBE31AA27D21}" type="pres">
      <dgm:prSet presAssocID="{81B85DDF-F97C-4CE2-A592-13C0D53B97E6}" presName="tx1" presStyleLbl="revTx" presStyleIdx="4" presStyleCnt="10"/>
      <dgm:spPr/>
    </dgm:pt>
    <dgm:pt modelId="{57D5C5A5-1FC5-452E-B7AB-396DD2FE9A7B}" type="pres">
      <dgm:prSet presAssocID="{81B85DDF-F97C-4CE2-A592-13C0D53B97E6}" presName="vert1" presStyleCnt="0"/>
      <dgm:spPr/>
    </dgm:pt>
    <dgm:pt modelId="{F6769124-DDD9-4CF2-AECB-56267874467E}" type="pres">
      <dgm:prSet presAssocID="{A2144377-5A7A-4C5C-9DD8-5396AD846B68}" presName="thickLine" presStyleLbl="alignNode1" presStyleIdx="5" presStyleCnt="10"/>
      <dgm:spPr/>
    </dgm:pt>
    <dgm:pt modelId="{49F6AA66-9DB0-49D1-BD7A-BAAB99C94831}" type="pres">
      <dgm:prSet presAssocID="{A2144377-5A7A-4C5C-9DD8-5396AD846B68}" presName="horz1" presStyleCnt="0"/>
      <dgm:spPr/>
    </dgm:pt>
    <dgm:pt modelId="{E18A32FE-D463-4343-8950-5310A3366BA3}" type="pres">
      <dgm:prSet presAssocID="{A2144377-5A7A-4C5C-9DD8-5396AD846B68}" presName="tx1" presStyleLbl="revTx" presStyleIdx="5" presStyleCnt="10"/>
      <dgm:spPr/>
    </dgm:pt>
    <dgm:pt modelId="{0EBA20EB-FFFA-4881-8DE4-1D1150847AF7}" type="pres">
      <dgm:prSet presAssocID="{A2144377-5A7A-4C5C-9DD8-5396AD846B68}" presName="vert1" presStyleCnt="0"/>
      <dgm:spPr/>
    </dgm:pt>
    <dgm:pt modelId="{062A4145-1D8F-4418-994D-F3174780D3A7}" type="pres">
      <dgm:prSet presAssocID="{FA9B5791-46FF-462A-A064-7D2112BEED6F}" presName="thickLine" presStyleLbl="alignNode1" presStyleIdx="6" presStyleCnt="10"/>
      <dgm:spPr/>
    </dgm:pt>
    <dgm:pt modelId="{6748E19B-CCC6-433F-93BC-7CAA22BD037B}" type="pres">
      <dgm:prSet presAssocID="{FA9B5791-46FF-462A-A064-7D2112BEED6F}" presName="horz1" presStyleCnt="0"/>
      <dgm:spPr/>
    </dgm:pt>
    <dgm:pt modelId="{84E98E17-8324-4F10-B1C0-1C39D48B0DA8}" type="pres">
      <dgm:prSet presAssocID="{FA9B5791-46FF-462A-A064-7D2112BEED6F}" presName="tx1" presStyleLbl="revTx" presStyleIdx="6" presStyleCnt="10"/>
      <dgm:spPr/>
    </dgm:pt>
    <dgm:pt modelId="{6A927354-3FC8-4969-8AE3-142CF341554A}" type="pres">
      <dgm:prSet presAssocID="{FA9B5791-46FF-462A-A064-7D2112BEED6F}" presName="vert1" presStyleCnt="0"/>
      <dgm:spPr/>
    </dgm:pt>
    <dgm:pt modelId="{21222188-02B4-408B-A0EA-6A67C3C1324C}" type="pres">
      <dgm:prSet presAssocID="{8930E32B-0E61-40CF-90C4-61B508D38FD6}" presName="thickLine" presStyleLbl="alignNode1" presStyleIdx="7" presStyleCnt="10"/>
      <dgm:spPr/>
    </dgm:pt>
    <dgm:pt modelId="{AE9D85C3-5496-4BC6-8506-6832C4A78587}" type="pres">
      <dgm:prSet presAssocID="{8930E32B-0E61-40CF-90C4-61B508D38FD6}" presName="horz1" presStyleCnt="0"/>
      <dgm:spPr/>
    </dgm:pt>
    <dgm:pt modelId="{0ED8F086-490C-4926-B6D6-0EF3305B551A}" type="pres">
      <dgm:prSet presAssocID="{8930E32B-0E61-40CF-90C4-61B508D38FD6}" presName="tx1" presStyleLbl="revTx" presStyleIdx="7" presStyleCnt="10"/>
      <dgm:spPr/>
    </dgm:pt>
    <dgm:pt modelId="{6AAFF76E-5389-44F3-A129-D99D610DD7E7}" type="pres">
      <dgm:prSet presAssocID="{8930E32B-0E61-40CF-90C4-61B508D38FD6}" presName="vert1" presStyleCnt="0"/>
      <dgm:spPr/>
    </dgm:pt>
    <dgm:pt modelId="{2F4DBA6A-27EB-4C67-9D37-42F74D3FDD35}" type="pres">
      <dgm:prSet presAssocID="{4A3DC2A3-E55F-489E-86A9-064218E3EC91}" presName="thickLine" presStyleLbl="alignNode1" presStyleIdx="8" presStyleCnt="10"/>
      <dgm:spPr/>
    </dgm:pt>
    <dgm:pt modelId="{63439172-01C0-4875-9E40-05B6D39FFCB5}" type="pres">
      <dgm:prSet presAssocID="{4A3DC2A3-E55F-489E-86A9-064218E3EC91}" presName="horz1" presStyleCnt="0"/>
      <dgm:spPr/>
    </dgm:pt>
    <dgm:pt modelId="{E382F058-62AC-4712-9072-7C012CDC13C5}" type="pres">
      <dgm:prSet presAssocID="{4A3DC2A3-E55F-489E-86A9-064218E3EC91}" presName="tx1" presStyleLbl="revTx" presStyleIdx="8" presStyleCnt="10"/>
      <dgm:spPr/>
    </dgm:pt>
    <dgm:pt modelId="{1CF80622-FE41-4CE6-B6F6-C0DF77D974C5}" type="pres">
      <dgm:prSet presAssocID="{4A3DC2A3-E55F-489E-86A9-064218E3EC91}" presName="vert1" presStyleCnt="0"/>
      <dgm:spPr/>
    </dgm:pt>
    <dgm:pt modelId="{A8618059-4573-4611-99D4-7A441ED87D4C}" type="pres">
      <dgm:prSet presAssocID="{61C7124E-2983-4D85-9E8E-AFF6F57D0A65}" presName="thickLine" presStyleLbl="alignNode1" presStyleIdx="9" presStyleCnt="10"/>
      <dgm:spPr/>
    </dgm:pt>
    <dgm:pt modelId="{A2DDB00D-9F42-4359-8AFF-206AC1E8EA21}" type="pres">
      <dgm:prSet presAssocID="{61C7124E-2983-4D85-9E8E-AFF6F57D0A65}" presName="horz1" presStyleCnt="0"/>
      <dgm:spPr/>
    </dgm:pt>
    <dgm:pt modelId="{916E819E-1D9F-4A96-ACA1-C6C6E67BF676}" type="pres">
      <dgm:prSet presAssocID="{61C7124E-2983-4D85-9E8E-AFF6F57D0A65}" presName="tx1" presStyleLbl="revTx" presStyleIdx="9" presStyleCnt="10"/>
      <dgm:spPr/>
    </dgm:pt>
    <dgm:pt modelId="{2FE270B6-C344-4824-9E44-E253FA8F08F3}" type="pres">
      <dgm:prSet presAssocID="{61C7124E-2983-4D85-9E8E-AFF6F57D0A65}" presName="vert1" presStyleCnt="0"/>
      <dgm:spPr/>
    </dgm:pt>
  </dgm:ptLst>
  <dgm:cxnLst>
    <dgm:cxn modelId="{DD588A0F-8F1E-4376-8B41-EBE6A50C45EA}" type="presOf" srcId="{2AF27451-4682-4D0F-B6F4-4928263597CF}" destId="{EDD4E65B-5C25-4076-8570-F0CE47F78064}" srcOrd="0" destOrd="0" presId="urn:microsoft.com/office/officeart/2008/layout/LinedList"/>
    <dgm:cxn modelId="{0B665C15-362D-464B-B1CC-ACF8325931BD}" srcId="{86B24B90-30A2-4CC6-B87F-E63D60A7FF0C}" destId="{2AF27451-4682-4D0F-B6F4-4928263597CF}" srcOrd="3" destOrd="0" parTransId="{E5603D3C-2F0B-44DA-8505-BD0921688EC5}" sibTransId="{1819FBC8-FD1A-4F4B-A48C-FAAC9F9BA716}"/>
    <dgm:cxn modelId="{7B30DA22-31F4-4875-BDCD-CB4A82F0476A}" srcId="{86B24B90-30A2-4CC6-B87F-E63D60A7FF0C}" destId="{61C7124E-2983-4D85-9E8E-AFF6F57D0A65}" srcOrd="9" destOrd="0" parTransId="{D96DFEE6-A5DC-4B00-B47F-0E3D807941A8}" sibTransId="{776A080A-0386-40BC-BF35-667384373C63}"/>
    <dgm:cxn modelId="{32F84036-B04D-45AA-993F-61412A069CD3}" srcId="{86B24B90-30A2-4CC6-B87F-E63D60A7FF0C}" destId="{CEC95926-AABB-4995-80C2-F5EE3797322C}" srcOrd="2" destOrd="0" parTransId="{7E89B70D-BB1D-4915-BE9B-2101C1C75773}" sibTransId="{62EADCFC-DBB8-435D-B30A-E412B3152D2D}"/>
    <dgm:cxn modelId="{013C2C38-BE04-4448-89FC-502902D7C5E5}" srcId="{86B24B90-30A2-4CC6-B87F-E63D60A7FF0C}" destId="{81B85DDF-F97C-4CE2-A592-13C0D53B97E6}" srcOrd="4" destOrd="0" parTransId="{682A5C47-68D0-4AB1-8ED1-5D6051422EA1}" sibTransId="{C2064254-43D1-4AFB-92BB-2F947C2629B2}"/>
    <dgm:cxn modelId="{19F20B3A-D69B-45C5-8CB1-2BE50FCABA97}" type="presOf" srcId="{86B24B90-30A2-4CC6-B87F-E63D60A7FF0C}" destId="{60317FEA-7721-49EF-A3FF-9E24DAC7C2F2}" srcOrd="0" destOrd="0" presId="urn:microsoft.com/office/officeart/2008/layout/LinedList"/>
    <dgm:cxn modelId="{31A7B35C-7071-4122-B9AE-5E418AC15495}" type="presOf" srcId="{FA9B5791-46FF-462A-A064-7D2112BEED6F}" destId="{84E98E17-8324-4F10-B1C0-1C39D48B0DA8}" srcOrd="0" destOrd="0" presId="urn:microsoft.com/office/officeart/2008/layout/LinedList"/>
    <dgm:cxn modelId="{12705248-1443-4CB4-8827-AF2BF328A688}" type="presOf" srcId="{4A3DC2A3-E55F-489E-86A9-064218E3EC91}" destId="{E382F058-62AC-4712-9072-7C012CDC13C5}" srcOrd="0" destOrd="0" presId="urn:microsoft.com/office/officeart/2008/layout/LinedList"/>
    <dgm:cxn modelId="{AEED234A-0C8C-4E45-8350-8AB28A0F03B6}" type="presOf" srcId="{61C7124E-2983-4D85-9E8E-AFF6F57D0A65}" destId="{916E819E-1D9F-4A96-ACA1-C6C6E67BF676}" srcOrd="0" destOrd="0" presId="urn:microsoft.com/office/officeart/2008/layout/LinedList"/>
    <dgm:cxn modelId="{95DCAE4B-45FE-49E6-A235-6AF21B3BD656}" srcId="{86B24B90-30A2-4CC6-B87F-E63D60A7FF0C}" destId="{FA9B5791-46FF-462A-A064-7D2112BEED6F}" srcOrd="6" destOrd="0" parTransId="{F7BC03DB-CF07-4C19-A9A4-15F723513485}" sibTransId="{684A2DC2-233D-4A9A-AEA4-8F0128664EF3}"/>
    <dgm:cxn modelId="{0D64E250-8914-4C2D-84C0-2097C51A8D04}" type="presOf" srcId="{0EFF2307-4ABB-437B-9155-3CE434FB4B68}" destId="{01C702CF-E09D-4E68-8C02-4B87E30E028B}" srcOrd="0" destOrd="0" presId="urn:microsoft.com/office/officeart/2008/layout/LinedList"/>
    <dgm:cxn modelId="{9C9E8558-78A3-46E7-AE16-9465E7D886BB}" srcId="{86B24B90-30A2-4CC6-B87F-E63D60A7FF0C}" destId="{4A3DC2A3-E55F-489E-86A9-064218E3EC91}" srcOrd="8" destOrd="0" parTransId="{F05D8411-217D-40F1-BF78-16BDBBA553F8}" sibTransId="{1478D65A-22BF-477A-ABCC-BD5FA6314D69}"/>
    <dgm:cxn modelId="{E229E37F-8D5B-4A6B-BFCC-F32573930DA4}" type="presOf" srcId="{4F622421-A2A9-4428-80BA-5116C056D261}" destId="{77CD1B0A-B917-4097-873D-D902A02EEF53}" srcOrd="0" destOrd="0" presId="urn:microsoft.com/office/officeart/2008/layout/LinedList"/>
    <dgm:cxn modelId="{CA49EB82-0E79-48C4-B0DE-4BA1088820FF}" type="presOf" srcId="{CEC95926-AABB-4995-80C2-F5EE3797322C}" destId="{FD341A60-905B-408E-BE2B-384969A78404}" srcOrd="0" destOrd="0" presId="urn:microsoft.com/office/officeart/2008/layout/LinedList"/>
    <dgm:cxn modelId="{5BAF9BA5-D53E-4539-BFFE-0F937A831830}" srcId="{86B24B90-30A2-4CC6-B87F-E63D60A7FF0C}" destId="{8930E32B-0E61-40CF-90C4-61B508D38FD6}" srcOrd="7" destOrd="0" parTransId="{5BFD9B01-085B-4815-8293-1C2422588067}" sibTransId="{41F304B0-4B35-49FA-AAB2-063C607F1755}"/>
    <dgm:cxn modelId="{5F0BBAB1-0CBE-4744-9190-206585CBA607}" srcId="{86B24B90-30A2-4CC6-B87F-E63D60A7FF0C}" destId="{0EFF2307-4ABB-437B-9155-3CE434FB4B68}" srcOrd="1" destOrd="0" parTransId="{E1BB9295-EED5-48C8-B6BA-A903687B53C1}" sibTransId="{88E7C04B-9187-4E87-9F40-20D998A65D3A}"/>
    <dgm:cxn modelId="{1DA30DB5-771A-4D6B-98A3-6834D92A31D0}" type="presOf" srcId="{8930E32B-0E61-40CF-90C4-61B508D38FD6}" destId="{0ED8F086-490C-4926-B6D6-0EF3305B551A}" srcOrd="0" destOrd="0" presId="urn:microsoft.com/office/officeart/2008/layout/LinedList"/>
    <dgm:cxn modelId="{1939A1B8-D44B-449F-9A88-4C9F2179BD9C}" type="presOf" srcId="{81B85DDF-F97C-4CE2-A592-13C0D53B97E6}" destId="{5A9D1A2F-5B87-4DE6-BE93-CBE31AA27D21}" srcOrd="0" destOrd="0" presId="urn:microsoft.com/office/officeart/2008/layout/LinedList"/>
    <dgm:cxn modelId="{965AB6BD-5368-462B-9949-DA76BF101380}" srcId="{86B24B90-30A2-4CC6-B87F-E63D60A7FF0C}" destId="{4F622421-A2A9-4428-80BA-5116C056D261}" srcOrd="0" destOrd="0" parTransId="{957A89D5-C5B8-4F80-AA93-AF258DF8925B}" sibTransId="{04A9C07C-EA14-4AC1-9D7E-6915C5C30234}"/>
    <dgm:cxn modelId="{3C121BE9-1A10-4382-ADC9-F2E6B1945671}" type="presOf" srcId="{A2144377-5A7A-4C5C-9DD8-5396AD846B68}" destId="{E18A32FE-D463-4343-8950-5310A3366BA3}" srcOrd="0" destOrd="0" presId="urn:microsoft.com/office/officeart/2008/layout/LinedList"/>
    <dgm:cxn modelId="{56E46EF5-8B7E-40F1-ADC0-1BC786C9D1CB}" srcId="{86B24B90-30A2-4CC6-B87F-E63D60A7FF0C}" destId="{A2144377-5A7A-4C5C-9DD8-5396AD846B68}" srcOrd="5" destOrd="0" parTransId="{2E37B490-AC54-44E0-84C9-CCB755B846ED}" sibTransId="{5615F3FB-465B-4840-983F-897C031520A4}"/>
    <dgm:cxn modelId="{2B0EAC1E-C088-44A0-A56E-08E4EE445130}" type="presParOf" srcId="{60317FEA-7721-49EF-A3FF-9E24DAC7C2F2}" destId="{41E937D5-3259-48C0-9D3F-57926864A431}" srcOrd="0" destOrd="0" presId="urn:microsoft.com/office/officeart/2008/layout/LinedList"/>
    <dgm:cxn modelId="{8F8677D5-8B92-43B4-BECE-5D29D6D40D23}" type="presParOf" srcId="{60317FEA-7721-49EF-A3FF-9E24DAC7C2F2}" destId="{3CE76990-CEEC-42CA-A320-78F23A1E8635}" srcOrd="1" destOrd="0" presId="urn:microsoft.com/office/officeart/2008/layout/LinedList"/>
    <dgm:cxn modelId="{FB875E08-0222-41A2-9905-6D6681F4B72C}" type="presParOf" srcId="{3CE76990-CEEC-42CA-A320-78F23A1E8635}" destId="{77CD1B0A-B917-4097-873D-D902A02EEF53}" srcOrd="0" destOrd="0" presId="urn:microsoft.com/office/officeart/2008/layout/LinedList"/>
    <dgm:cxn modelId="{9A734B92-F294-4DC5-B2FE-2446393BEAD1}" type="presParOf" srcId="{3CE76990-CEEC-42CA-A320-78F23A1E8635}" destId="{C89DC44E-65EB-4DCA-B0F1-987CFB3F1C9D}" srcOrd="1" destOrd="0" presId="urn:microsoft.com/office/officeart/2008/layout/LinedList"/>
    <dgm:cxn modelId="{DC53E48A-26C7-46F9-8718-84EE1FE064FD}" type="presParOf" srcId="{60317FEA-7721-49EF-A3FF-9E24DAC7C2F2}" destId="{618B876E-A1BF-4523-9B35-AD2E183777B1}" srcOrd="2" destOrd="0" presId="urn:microsoft.com/office/officeart/2008/layout/LinedList"/>
    <dgm:cxn modelId="{7C284A8B-BA8C-49CB-B68C-FDB02442FCC9}" type="presParOf" srcId="{60317FEA-7721-49EF-A3FF-9E24DAC7C2F2}" destId="{9A52142C-720C-4A61-989C-88434C2CC7E3}" srcOrd="3" destOrd="0" presId="urn:microsoft.com/office/officeart/2008/layout/LinedList"/>
    <dgm:cxn modelId="{6091602A-FA90-4039-9E29-AE808329E91C}" type="presParOf" srcId="{9A52142C-720C-4A61-989C-88434C2CC7E3}" destId="{01C702CF-E09D-4E68-8C02-4B87E30E028B}" srcOrd="0" destOrd="0" presId="urn:microsoft.com/office/officeart/2008/layout/LinedList"/>
    <dgm:cxn modelId="{BA849410-9B99-42DF-995E-70B251056E92}" type="presParOf" srcId="{9A52142C-720C-4A61-989C-88434C2CC7E3}" destId="{EE00116B-53BA-4244-84C4-562667F48A78}" srcOrd="1" destOrd="0" presId="urn:microsoft.com/office/officeart/2008/layout/LinedList"/>
    <dgm:cxn modelId="{A305EAE7-26AA-48AE-A723-3E463AA747DD}" type="presParOf" srcId="{60317FEA-7721-49EF-A3FF-9E24DAC7C2F2}" destId="{B3287416-EEA7-48B2-BC7D-D1A1B634A058}" srcOrd="4" destOrd="0" presId="urn:microsoft.com/office/officeart/2008/layout/LinedList"/>
    <dgm:cxn modelId="{DFF72A05-17DD-49FB-8A58-21E8B67D1E8E}" type="presParOf" srcId="{60317FEA-7721-49EF-A3FF-9E24DAC7C2F2}" destId="{3087F646-70FF-4C4C-AB0C-1167B3B5D899}" srcOrd="5" destOrd="0" presId="urn:microsoft.com/office/officeart/2008/layout/LinedList"/>
    <dgm:cxn modelId="{894F0CB8-5D92-4C88-87F0-019146B160FC}" type="presParOf" srcId="{3087F646-70FF-4C4C-AB0C-1167B3B5D899}" destId="{FD341A60-905B-408E-BE2B-384969A78404}" srcOrd="0" destOrd="0" presId="urn:microsoft.com/office/officeart/2008/layout/LinedList"/>
    <dgm:cxn modelId="{0BEF4235-0A06-4B3C-A461-EF6316F1AEA0}" type="presParOf" srcId="{3087F646-70FF-4C4C-AB0C-1167B3B5D899}" destId="{578DC71C-D254-47C2-A104-727D2EEABF78}" srcOrd="1" destOrd="0" presId="urn:microsoft.com/office/officeart/2008/layout/LinedList"/>
    <dgm:cxn modelId="{75565290-98A6-4562-A504-3ECBA3501998}" type="presParOf" srcId="{60317FEA-7721-49EF-A3FF-9E24DAC7C2F2}" destId="{7750CB73-2068-443F-91C9-C0D7179CA047}" srcOrd="6" destOrd="0" presId="urn:microsoft.com/office/officeart/2008/layout/LinedList"/>
    <dgm:cxn modelId="{599CA48A-5706-4142-BD42-5B63C37CB95F}" type="presParOf" srcId="{60317FEA-7721-49EF-A3FF-9E24DAC7C2F2}" destId="{9B3443FD-0CAF-4EA1-9718-8B1EC20BCEC8}" srcOrd="7" destOrd="0" presId="urn:microsoft.com/office/officeart/2008/layout/LinedList"/>
    <dgm:cxn modelId="{F609B0D9-DE2C-4BD1-B62C-5533F0C61A33}" type="presParOf" srcId="{9B3443FD-0CAF-4EA1-9718-8B1EC20BCEC8}" destId="{EDD4E65B-5C25-4076-8570-F0CE47F78064}" srcOrd="0" destOrd="0" presId="urn:microsoft.com/office/officeart/2008/layout/LinedList"/>
    <dgm:cxn modelId="{E3556ACF-2E11-47F1-B561-FBE1E8097930}" type="presParOf" srcId="{9B3443FD-0CAF-4EA1-9718-8B1EC20BCEC8}" destId="{A52316BF-97D1-4BA0-BA99-2C9890E7340E}" srcOrd="1" destOrd="0" presId="urn:microsoft.com/office/officeart/2008/layout/LinedList"/>
    <dgm:cxn modelId="{3E661DBF-00C9-408F-AD5A-373DD6853A73}" type="presParOf" srcId="{60317FEA-7721-49EF-A3FF-9E24DAC7C2F2}" destId="{8387C486-6FEE-47AC-8769-16E915E94629}" srcOrd="8" destOrd="0" presId="urn:microsoft.com/office/officeart/2008/layout/LinedList"/>
    <dgm:cxn modelId="{A4165092-FC4D-44BC-BFF2-E9C0BDE9F5DD}" type="presParOf" srcId="{60317FEA-7721-49EF-A3FF-9E24DAC7C2F2}" destId="{58EAA5F6-85E8-4A9B-8017-B36CEDB2DBBF}" srcOrd="9" destOrd="0" presId="urn:microsoft.com/office/officeart/2008/layout/LinedList"/>
    <dgm:cxn modelId="{5C2A0C25-D04A-4372-991B-845332A31F4E}" type="presParOf" srcId="{58EAA5F6-85E8-4A9B-8017-B36CEDB2DBBF}" destId="{5A9D1A2F-5B87-4DE6-BE93-CBE31AA27D21}" srcOrd="0" destOrd="0" presId="urn:microsoft.com/office/officeart/2008/layout/LinedList"/>
    <dgm:cxn modelId="{941F38C6-5BB8-4526-873B-D85BD819F798}" type="presParOf" srcId="{58EAA5F6-85E8-4A9B-8017-B36CEDB2DBBF}" destId="{57D5C5A5-1FC5-452E-B7AB-396DD2FE9A7B}" srcOrd="1" destOrd="0" presId="urn:microsoft.com/office/officeart/2008/layout/LinedList"/>
    <dgm:cxn modelId="{BB73E989-2BFB-43D2-960A-ED023EF09B48}" type="presParOf" srcId="{60317FEA-7721-49EF-A3FF-9E24DAC7C2F2}" destId="{F6769124-DDD9-4CF2-AECB-56267874467E}" srcOrd="10" destOrd="0" presId="urn:microsoft.com/office/officeart/2008/layout/LinedList"/>
    <dgm:cxn modelId="{A890EE82-A60D-4D34-808A-8AB1C8C4CBF3}" type="presParOf" srcId="{60317FEA-7721-49EF-A3FF-9E24DAC7C2F2}" destId="{49F6AA66-9DB0-49D1-BD7A-BAAB99C94831}" srcOrd="11" destOrd="0" presId="urn:microsoft.com/office/officeart/2008/layout/LinedList"/>
    <dgm:cxn modelId="{136B9BE4-3995-429E-8C36-6128DEF41D20}" type="presParOf" srcId="{49F6AA66-9DB0-49D1-BD7A-BAAB99C94831}" destId="{E18A32FE-D463-4343-8950-5310A3366BA3}" srcOrd="0" destOrd="0" presId="urn:microsoft.com/office/officeart/2008/layout/LinedList"/>
    <dgm:cxn modelId="{4284CCC1-2776-40C8-B48E-DF38A5310928}" type="presParOf" srcId="{49F6AA66-9DB0-49D1-BD7A-BAAB99C94831}" destId="{0EBA20EB-FFFA-4881-8DE4-1D1150847AF7}" srcOrd="1" destOrd="0" presId="urn:microsoft.com/office/officeart/2008/layout/LinedList"/>
    <dgm:cxn modelId="{1B161F03-0FC1-466C-B9E4-B54CBED699DE}" type="presParOf" srcId="{60317FEA-7721-49EF-A3FF-9E24DAC7C2F2}" destId="{062A4145-1D8F-4418-994D-F3174780D3A7}" srcOrd="12" destOrd="0" presId="urn:microsoft.com/office/officeart/2008/layout/LinedList"/>
    <dgm:cxn modelId="{6685055A-96C8-429A-8B51-69991DEEA9BF}" type="presParOf" srcId="{60317FEA-7721-49EF-A3FF-9E24DAC7C2F2}" destId="{6748E19B-CCC6-433F-93BC-7CAA22BD037B}" srcOrd="13" destOrd="0" presId="urn:microsoft.com/office/officeart/2008/layout/LinedList"/>
    <dgm:cxn modelId="{F8857F09-D504-4CAF-B629-25EA494EF17A}" type="presParOf" srcId="{6748E19B-CCC6-433F-93BC-7CAA22BD037B}" destId="{84E98E17-8324-4F10-B1C0-1C39D48B0DA8}" srcOrd="0" destOrd="0" presId="urn:microsoft.com/office/officeart/2008/layout/LinedList"/>
    <dgm:cxn modelId="{951E656B-0D5E-4F7E-91CE-128B94817864}" type="presParOf" srcId="{6748E19B-CCC6-433F-93BC-7CAA22BD037B}" destId="{6A927354-3FC8-4969-8AE3-142CF341554A}" srcOrd="1" destOrd="0" presId="urn:microsoft.com/office/officeart/2008/layout/LinedList"/>
    <dgm:cxn modelId="{701F502A-527E-4BA5-AEDF-06D9EDA61B42}" type="presParOf" srcId="{60317FEA-7721-49EF-A3FF-9E24DAC7C2F2}" destId="{21222188-02B4-408B-A0EA-6A67C3C1324C}" srcOrd="14" destOrd="0" presId="urn:microsoft.com/office/officeart/2008/layout/LinedList"/>
    <dgm:cxn modelId="{9BD40DF5-E691-4D4C-B53C-745F9C4BAFE1}" type="presParOf" srcId="{60317FEA-7721-49EF-A3FF-9E24DAC7C2F2}" destId="{AE9D85C3-5496-4BC6-8506-6832C4A78587}" srcOrd="15" destOrd="0" presId="urn:microsoft.com/office/officeart/2008/layout/LinedList"/>
    <dgm:cxn modelId="{EBF126C0-7C68-4685-9229-26CD7C45C60C}" type="presParOf" srcId="{AE9D85C3-5496-4BC6-8506-6832C4A78587}" destId="{0ED8F086-490C-4926-B6D6-0EF3305B551A}" srcOrd="0" destOrd="0" presId="urn:microsoft.com/office/officeart/2008/layout/LinedList"/>
    <dgm:cxn modelId="{5791FD16-BDC2-4F8A-97C1-7E0ED15E30F5}" type="presParOf" srcId="{AE9D85C3-5496-4BC6-8506-6832C4A78587}" destId="{6AAFF76E-5389-44F3-A129-D99D610DD7E7}" srcOrd="1" destOrd="0" presId="urn:microsoft.com/office/officeart/2008/layout/LinedList"/>
    <dgm:cxn modelId="{5F67181C-5686-464A-B5B5-ED88ED9FC2EF}" type="presParOf" srcId="{60317FEA-7721-49EF-A3FF-9E24DAC7C2F2}" destId="{2F4DBA6A-27EB-4C67-9D37-42F74D3FDD35}" srcOrd="16" destOrd="0" presId="urn:microsoft.com/office/officeart/2008/layout/LinedList"/>
    <dgm:cxn modelId="{5CBFC899-6817-496D-8382-DEA36FFB021B}" type="presParOf" srcId="{60317FEA-7721-49EF-A3FF-9E24DAC7C2F2}" destId="{63439172-01C0-4875-9E40-05B6D39FFCB5}" srcOrd="17" destOrd="0" presId="urn:microsoft.com/office/officeart/2008/layout/LinedList"/>
    <dgm:cxn modelId="{B923E970-11FA-4149-AE00-302E3FAFA42F}" type="presParOf" srcId="{63439172-01C0-4875-9E40-05B6D39FFCB5}" destId="{E382F058-62AC-4712-9072-7C012CDC13C5}" srcOrd="0" destOrd="0" presId="urn:microsoft.com/office/officeart/2008/layout/LinedList"/>
    <dgm:cxn modelId="{ED1D70B1-F41A-47BF-ACAA-02AA407C7326}" type="presParOf" srcId="{63439172-01C0-4875-9E40-05B6D39FFCB5}" destId="{1CF80622-FE41-4CE6-B6F6-C0DF77D974C5}" srcOrd="1" destOrd="0" presId="urn:microsoft.com/office/officeart/2008/layout/LinedList"/>
    <dgm:cxn modelId="{A7FF4287-200C-48B4-961A-AE13B4D75D8E}" type="presParOf" srcId="{60317FEA-7721-49EF-A3FF-9E24DAC7C2F2}" destId="{A8618059-4573-4611-99D4-7A441ED87D4C}" srcOrd="18" destOrd="0" presId="urn:microsoft.com/office/officeart/2008/layout/LinedList"/>
    <dgm:cxn modelId="{FBA0ECF7-A70F-4C47-A07F-2C106D555F36}" type="presParOf" srcId="{60317FEA-7721-49EF-A3FF-9E24DAC7C2F2}" destId="{A2DDB00D-9F42-4359-8AFF-206AC1E8EA21}" srcOrd="19" destOrd="0" presId="urn:microsoft.com/office/officeart/2008/layout/LinedList"/>
    <dgm:cxn modelId="{39A067E1-F4EB-43BF-81C6-D326954AA73F}" type="presParOf" srcId="{A2DDB00D-9F42-4359-8AFF-206AC1E8EA21}" destId="{916E819E-1D9F-4A96-ACA1-C6C6E67BF676}" srcOrd="0" destOrd="0" presId="urn:microsoft.com/office/officeart/2008/layout/LinedList"/>
    <dgm:cxn modelId="{8FCB119B-4BC8-499F-B198-63A74F0F944D}" type="presParOf" srcId="{A2DDB00D-9F42-4359-8AFF-206AC1E8EA21}" destId="{2FE270B6-C344-4824-9E44-E253FA8F08F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2BB980F1-DE06-485F-886E-AC28137410AD}" type="doc">
      <dgm:prSet loTypeId="urn:microsoft.com/office/officeart/2005/8/layout/default" loCatId="list" qsTypeId="urn:microsoft.com/office/officeart/2005/8/quickstyle/simple5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5741D46-2BBA-43D7-987C-B9F07D16F47B}">
      <dgm:prSet/>
      <dgm:spPr/>
      <dgm:t>
        <a:bodyPr/>
        <a:lstStyle/>
        <a:p>
          <a:r>
            <a:rPr lang="en-US"/>
            <a:t>✅ Completed Deliverables:</a:t>
          </a:r>
        </a:p>
      </dgm:t>
    </dgm:pt>
    <dgm:pt modelId="{10DBB4CB-2BA7-4CD4-836B-6046031D9223}" type="parTrans" cxnId="{4107A756-5D5A-4E8C-9869-E5E1DC33A31F}">
      <dgm:prSet/>
      <dgm:spPr/>
      <dgm:t>
        <a:bodyPr/>
        <a:lstStyle/>
        <a:p>
          <a:endParaRPr lang="en-US"/>
        </a:p>
      </dgm:t>
    </dgm:pt>
    <dgm:pt modelId="{C72804FC-854B-497F-8C28-4183042C2C33}" type="sibTrans" cxnId="{4107A756-5D5A-4E8C-9869-E5E1DC33A31F}">
      <dgm:prSet/>
      <dgm:spPr/>
      <dgm:t>
        <a:bodyPr/>
        <a:lstStyle/>
        <a:p>
          <a:endParaRPr lang="en-US"/>
        </a:p>
      </dgm:t>
    </dgm:pt>
    <dgm:pt modelId="{C61DB5A6-2DA4-4210-88F0-A62688EE6467}">
      <dgm:prSet/>
      <dgm:spPr/>
      <dgm:t>
        <a:bodyPr/>
        <a:lstStyle/>
        <a:p>
          <a:r>
            <a:rPr lang="en-US"/>
            <a:t>Working AI categorization engine</a:t>
          </a:r>
        </a:p>
      </dgm:t>
    </dgm:pt>
    <dgm:pt modelId="{7F7949BD-76E8-4909-97BA-17C832D828F4}" type="parTrans" cxnId="{67E7FB0A-5FB9-4DD4-943B-0A97062E527B}">
      <dgm:prSet/>
      <dgm:spPr/>
      <dgm:t>
        <a:bodyPr/>
        <a:lstStyle/>
        <a:p>
          <a:endParaRPr lang="en-US"/>
        </a:p>
      </dgm:t>
    </dgm:pt>
    <dgm:pt modelId="{097E37CF-C7F4-40D0-83CD-94CAD6EA6F28}" type="sibTrans" cxnId="{67E7FB0A-5FB9-4DD4-943B-0A97062E527B}">
      <dgm:prSet/>
      <dgm:spPr/>
      <dgm:t>
        <a:bodyPr/>
        <a:lstStyle/>
        <a:p>
          <a:endParaRPr lang="en-US"/>
        </a:p>
      </dgm:t>
    </dgm:pt>
    <dgm:pt modelId="{4C56CAE1-8334-4B31-8812-C682E197B18C}">
      <dgm:prSet/>
      <dgm:spPr/>
      <dgm:t>
        <a:bodyPr/>
        <a:lstStyle/>
        <a:p>
          <a:r>
            <a:rPr lang="en-US"/>
            <a:t>Comprehensive reporting system</a:t>
          </a:r>
        </a:p>
      </dgm:t>
    </dgm:pt>
    <dgm:pt modelId="{B8994514-A3BA-4A3C-91FB-09D896C48558}" type="parTrans" cxnId="{05488CBE-78F0-48FB-858B-C0C9886BFDAA}">
      <dgm:prSet/>
      <dgm:spPr/>
      <dgm:t>
        <a:bodyPr/>
        <a:lstStyle/>
        <a:p>
          <a:endParaRPr lang="en-US"/>
        </a:p>
      </dgm:t>
    </dgm:pt>
    <dgm:pt modelId="{3B3B6ADE-491B-4337-A470-EF5CC46EF538}" type="sibTrans" cxnId="{05488CBE-78F0-48FB-858B-C0C9886BFDAA}">
      <dgm:prSet/>
      <dgm:spPr/>
      <dgm:t>
        <a:bodyPr/>
        <a:lstStyle/>
        <a:p>
          <a:endParaRPr lang="en-US"/>
        </a:p>
      </dgm:t>
    </dgm:pt>
    <dgm:pt modelId="{1730C16D-2EE0-4357-9065-634E30FADFEF}">
      <dgm:prSet/>
      <dgm:spPr/>
      <dgm:t>
        <a:bodyPr/>
        <a:lstStyle/>
        <a:p>
          <a:r>
            <a:rPr lang="en-US"/>
            <a:t>Interactive dashboard with visualizations</a:t>
          </a:r>
        </a:p>
      </dgm:t>
    </dgm:pt>
    <dgm:pt modelId="{206E96C7-D1D7-4CA2-A43B-1FC668C8427B}" type="parTrans" cxnId="{F24FBF83-F0AE-433A-8F2A-EA69E588E4D4}">
      <dgm:prSet/>
      <dgm:spPr/>
      <dgm:t>
        <a:bodyPr/>
        <a:lstStyle/>
        <a:p>
          <a:endParaRPr lang="en-US"/>
        </a:p>
      </dgm:t>
    </dgm:pt>
    <dgm:pt modelId="{8262CE89-FD6C-44D8-9F55-B8E5552CA1ED}" type="sibTrans" cxnId="{F24FBF83-F0AE-433A-8F2A-EA69E588E4D4}">
      <dgm:prSet/>
      <dgm:spPr/>
      <dgm:t>
        <a:bodyPr/>
        <a:lstStyle/>
        <a:p>
          <a:endParaRPr lang="en-US"/>
        </a:p>
      </dgm:t>
    </dgm:pt>
    <dgm:pt modelId="{7ED56502-472F-4CDA-82E5-33E2C7231B0C}">
      <dgm:prSet/>
      <dgm:spPr/>
      <dgm:t>
        <a:bodyPr/>
        <a:lstStyle/>
        <a:p>
          <a:r>
            <a:rPr lang="en-US"/>
            <a:t>Bulk CSV upload functionality</a:t>
          </a:r>
        </a:p>
      </dgm:t>
    </dgm:pt>
    <dgm:pt modelId="{FC2DB77B-7447-4B07-84B3-31EBE9D07BBD}" type="parTrans" cxnId="{568B0519-E8F7-4855-9944-4BBDA8FE7FC9}">
      <dgm:prSet/>
      <dgm:spPr/>
      <dgm:t>
        <a:bodyPr/>
        <a:lstStyle/>
        <a:p>
          <a:endParaRPr lang="en-US"/>
        </a:p>
      </dgm:t>
    </dgm:pt>
    <dgm:pt modelId="{33677D6F-522A-423D-A74E-741C8095FB74}" type="sibTrans" cxnId="{568B0519-E8F7-4855-9944-4BBDA8FE7FC9}">
      <dgm:prSet/>
      <dgm:spPr/>
      <dgm:t>
        <a:bodyPr/>
        <a:lstStyle/>
        <a:p>
          <a:endParaRPr lang="en-US"/>
        </a:p>
      </dgm:t>
    </dgm:pt>
    <dgm:pt modelId="{740A3CA4-07F8-4CD7-AEED-FD37278D8495}">
      <dgm:prSet/>
      <dgm:spPr/>
      <dgm:t>
        <a:bodyPr/>
        <a:lstStyle/>
        <a:p>
          <a:r>
            <a:rPr lang="en-US"/>
            <a:t>Advanced filtering and search</a:t>
          </a:r>
        </a:p>
      </dgm:t>
    </dgm:pt>
    <dgm:pt modelId="{D908A151-AA65-42E6-851E-15F04FEFC54B}" type="parTrans" cxnId="{9CEC802C-3E86-4C8A-B92D-4D1A0BF0A2D9}">
      <dgm:prSet/>
      <dgm:spPr/>
      <dgm:t>
        <a:bodyPr/>
        <a:lstStyle/>
        <a:p>
          <a:endParaRPr lang="en-US"/>
        </a:p>
      </dgm:t>
    </dgm:pt>
    <dgm:pt modelId="{0629C4AC-2DF8-42D0-AC29-6B55774B2F8E}" type="sibTrans" cxnId="{9CEC802C-3E86-4C8A-B92D-4D1A0BF0A2D9}">
      <dgm:prSet/>
      <dgm:spPr/>
      <dgm:t>
        <a:bodyPr/>
        <a:lstStyle/>
        <a:p>
          <a:endParaRPr lang="en-US"/>
        </a:p>
      </dgm:t>
    </dgm:pt>
    <dgm:pt modelId="{B1109E21-872F-4C21-9DCC-62DF193C7151}">
      <dgm:prSet/>
      <dgm:spPr/>
      <dgm:t>
        <a:bodyPr/>
        <a:lstStyle/>
        <a:p>
          <a:r>
            <a:rPr lang="en-US"/>
            <a:t>Enhanced user interface</a:t>
          </a:r>
        </a:p>
      </dgm:t>
    </dgm:pt>
    <dgm:pt modelId="{CFB8268F-B8A3-4DC7-8DDB-D24ED7CED5A3}" type="parTrans" cxnId="{8CEDC922-4FCD-4A33-BB14-87ED6DD139B9}">
      <dgm:prSet/>
      <dgm:spPr/>
      <dgm:t>
        <a:bodyPr/>
        <a:lstStyle/>
        <a:p>
          <a:endParaRPr lang="en-US"/>
        </a:p>
      </dgm:t>
    </dgm:pt>
    <dgm:pt modelId="{5B9105DE-4C30-4582-9E38-29EA347FE0DC}" type="sibTrans" cxnId="{8CEDC922-4FCD-4A33-BB14-87ED6DD139B9}">
      <dgm:prSet/>
      <dgm:spPr/>
      <dgm:t>
        <a:bodyPr/>
        <a:lstStyle/>
        <a:p>
          <a:endParaRPr lang="en-US"/>
        </a:p>
      </dgm:t>
    </dgm:pt>
    <dgm:pt modelId="{BF1F5C82-664B-4D60-9248-F7EA493E2556}">
      <dgm:prSet/>
      <dgm:spPr/>
      <dgm:t>
        <a:bodyPr/>
        <a:lstStyle/>
        <a:p>
          <a:r>
            <a:rPr lang="en-US"/>
            <a:t>Robust error handling</a:t>
          </a:r>
        </a:p>
      </dgm:t>
    </dgm:pt>
    <dgm:pt modelId="{5BB40A59-B6E0-4A57-9463-2A128F38F015}" type="parTrans" cxnId="{3F1E16A2-83D4-49AD-830A-8B291DEDAD6B}">
      <dgm:prSet/>
      <dgm:spPr/>
      <dgm:t>
        <a:bodyPr/>
        <a:lstStyle/>
        <a:p>
          <a:endParaRPr lang="en-US"/>
        </a:p>
      </dgm:t>
    </dgm:pt>
    <dgm:pt modelId="{84E18130-8C1C-4C61-82B6-3847F3F69FBC}" type="sibTrans" cxnId="{3F1E16A2-83D4-49AD-830A-8B291DEDAD6B}">
      <dgm:prSet/>
      <dgm:spPr/>
      <dgm:t>
        <a:bodyPr/>
        <a:lstStyle/>
        <a:p>
          <a:endParaRPr lang="en-US"/>
        </a:p>
      </dgm:t>
    </dgm:pt>
    <dgm:pt modelId="{2F5372E8-45F7-4315-9AFD-FEC43B5A1A13}" type="pres">
      <dgm:prSet presAssocID="{2BB980F1-DE06-485F-886E-AC28137410AD}" presName="diagram" presStyleCnt="0">
        <dgm:presLayoutVars>
          <dgm:dir/>
          <dgm:resizeHandles val="exact"/>
        </dgm:presLayoutVars>
      </dgm:prSet>
      <dgm:spPr/>
    </dgm:pt>
    <dgm:pt modelId="{4444E645-88A1-42F8-83A4-37F5C981CCA5}" type="pres">
      <dgm:prSet presAssocID="{B5741D46-2BBA-43D7-987C-B9F07D16F47B}" presName="node" presStyleLbl="node1" presStyleIdx="0" presStyleCnt="8">
        <dgm:presLayoutVars>
          <dgm:bulletEnabled val="1"/>
        </dgm:presLayoutVars>
      </dgm:prSet>
      <dgm:spPr/>
    </dgm:pt>
    <dgm:pt modelId="{2C2382E3-03FA-4A7A-AF8B-84803B2DDBBF}" type="pres">
      <dgm:prSet presAssocID="{C72804FC-854B-497F-8C28-4183042C2C33}" presName="sibTrans" presStyleCnt="0"/>
      <dgm:spPr/>
    </dgm:pt>
    <dgm:pt modelId="{C4995D5A-45AB-4606-80E0-1F9B31724422}" type="pres">
      <dgm:prSet presAssocID="{C61DB5A6-2DA4-4210-88F0-A62688EE6467}" presName="node" presStyleLbl="node1" presStyleIdx="1" presStyleCnt="8">
        <dgm:presLayoutVars>
          <dgm:bulletEnabled val="1"/>
        </dgm:presLayoutVars>
      </dgm:prSet>
      <dgm:spPr/>
    </dgm:pt>
    <dgm:pt modelId="{8D08E932-B42F-46E9-9CAF-3C93F6430AA3}" type="pres">
      <dgm:prSet presAssocID="{097E37CF-C7F4-40D0-83CD-94CAD6EA6F28}" presName="sibTrans" presStyleCnt="0"/>
      <dgm:spPr/>
    </dgm:pt>
    <dgm:pt modelId="{6DC4C3BA-6C9E-4467-9B7A-F721EFA5A2F0}" type="pres">
      <dgm:prSet presAssocID="{4C56CAE1-8334-4B31-8812-C682E197B18C}" presName="node" presStyleLbl="node1" presStyleIdx="2" presStyleCnt="8">
        <dgm:presLayoutVars>
          <dgm:bulletEnabled val="1"/>
        </dgm:presLayoutVars>
      </dgm:prSet>
      <dgm:spPr/>
    </dgm:pt>
    <dgm:pt modelId="{7A980032-C958-48F2-97DC-02FAC51A4183}" type="pres">
      <dgm:prSet presAssocID="{3B3B6ADE-491B-4337-A470-EF5CC46EF538}" presName="sibTrans" presStyleCnt="0"/>
      <dgm:spPr/>
    </dgm:pt>
    <dgm:pt modelId="{4443DB9B-CA21-4A41-8465-24C10AA48ACB}" type="pres">
      <dgm:prSet presAssocID="{1730C16D-2EE0-4357-9065-634E30FADFEF}" presName="node" presStyleLbl="node1" presStyleIdx="3" presStyleCnt="8">
        <dgm:presLayoutVars>
          <dgm:bulletEnabled val="1"/>
        </dgm:presLayoutVars>
      </dgm:prSet>
      <dgm:spPr/>
    </dgm:pt>
    <dgm:pt modelId="{26208AFB-018B-4011-A1A0-AE5A966D8868}" type="pres">
      <dgm:prSet presAssocID="{8262CE89-FD6C-44D8-9F55-B8E5552CA1ED}" presName="sibTrans" presStyleCnt="0"/>
      <dgm:spPr/>
    </dgm:pt>
    <dgm:pt modelId="{4D951386-B769-470C-B96C-73073F111A8D}" type="pres">
      <dgm:prSet presAssocID="{7ED56502-472F-4CDA-82E5-33E2C7231B0C}" presName="node" presStyleLbl="node1" presStyleIdx="4" presStyleCnt="8">
        <dgm:presLayoutVars>
          <dgm:bulletEnabled val="1"/>
        </dgm:presLayoutVars>
      </dgm:prSet>
      <dgm:spPr/>
    </dgm:pt>
    <dgm:pt modelId="{53BEEDD9-3540-4938-A0DC-561217C9FFBC}" type="pres">
      <dgm:prSet presAssocID="{33677D6F-522A-423D-A74E-741C8095FB74}" presName="sibTrans" presStyleCnt="0"/>
      <dgm:spPr/>
    </dgm:pt>
    <dgm:pt modelId="{F45253C7-2B58-4046-A21E-58C26B0C767A}" type="pres">
      <dgm:prSet presAssocID="{740A3CA4-07F8-4CD7-AEED-FD37278D8495}" presName="node" presStyleLbl="node1" presStyleIdx="5" presStyleCnt="8">
        <dgm:presLayoutVars>
          <dgm:bulletEnabled val="1"/>
        </dgm:presLayoutVars>
      </dgm:prSet>
      <dgm:spPr/>
    </dgm:pt>
    <dgm:pt modelId="{74B1BF34-BDE1-4830-B1C3-7FD27579BE74}" type="pres">
      <dgm:prSet presAssocID="{0629C4AC-2DF8-42D0-AC29-6B55774B2F8E}" presName="sibTrans" presStyleCnt="0"/>
      <dgm:spPr/>
    </dgm:pt>
    <dgm:pt modelId="{F392D124-E852-49E0-B1AE-A237D52C0E6B}" type="pres">
      <dgm:prSet presAssocID="{B1109E21-872F-4C21-9DCC-62DF193C7151}" presName="node" presStyleLbl="node1" presStyleIdx="6" presStyleCnt="8">
        <dgm:presLayoutVars>
          <dgm:bulletEnabled val="1"/>
        </dgm:presLayoutVars>
      </dgm:prSet>
      <dgm:spPr/>
    </dgm:pt>
    <dgm:pt modelId="{F9BDC1DD-A50C-4DD4-9F36-A7E8C15E5D85}" type="pres">
      <dgm:prSet presAssocID="{5B9105DE-4C30-4582-9E38-29EA347FE0DC}" presName="sibTrans" presStyleCnt="0"/>
      <dgm:spPr/>
    </dgm:pt>
    <dgm:pt modelId="{F65C8149-B670-4A3B-91E4-EFB0332111BE}" type="pres">
      <dgm:prSet presAssocID="{BF1F5C82-664B-4D60-9248-F7EA493E2556}" presName="node" presStyleLbl="node1" presStyleIdx="7" presStyleCnt="8">
        <dgm:presLayoutVars>
          <dgm:bulletEnabled val="1"/>
        </dgm:presLayoutVars>
      </dgm:prSet>
      <dgm:spPr/>
    </dgm:pt>
  </dgm:ptLst>
  <dgm:cxnLst>
    <dgm:cxn modelId="{67E7FB0A-5FB9-4DD4-943B-0A97062E527B}" srcId="{2BB980F1-DE06-485F-886E-AC28137410AD}" destId="{C61DB5A6-2DA4-4210-88F0-A62688EE6467}" srcOrd="1" destOrd="0" parTransId="{7F7949BD-76E8-4909-97BA-17C832D828F4}" sibTransId="{097E37CF-C7F4-40D0-83CD-94CAD6EA6F28}"/>
    <dgm:cxn modelId="{568B0519-E8F7-4855-9944-4BBDA8FE7FC9}" srcId="{2BB980F1-DE06-485F-886E-AC28137410AD}" destId="{7ED56502-472F-4CDA-82E5-33E2C7231B0C}" srcOrd="4" destOrd="0" parTransId="{FC2DB77B-7447-4B07-84B3-31EBE9D07BBD}" sibTransId="{33677D6F-522A-423D-A74E-741C8095FB74}"/>
    <dgm:cxn modelId="{4B082920-6605-4FDD-9DD4-D4206521B0D1}" type="presOf" srcId="{7ED56502-472F-4CDA-82E5-33E2C7231B0C}" destId="{4D951386-B769-470C-B96C-73073F111A8D}" srcOrd="0" destOrd="0" presId="urn:microsoft.com/office/officeart/2005/8/layout/default"/>
    <dgm:cxn modelId="{8CEDC922-4FCD-4A33-BB14-87ED6DD139B9}" srcId="{2BB980F1-DE06-485F-886E-AC28137410AD}" destId="{B1109E21-872F-4C21-9DCC-62DF193C7151}" srcOrd="6" destOrd="0" parTransId="{CFB8268F-B8A3-4DC7-8DDB-D24ED7CED5A3}" sibTransId="{5B9105DE-4C30-4582-9E38-29EA347FE0DC}"/>
    <dgm:cxn modelId="{9CEC802C-3E86-4C8A-B92D-4D1A0BF0A2D9}" srcId="{2BB980F1-DE06-485F-886E-AC28137410AD}" destId="{740A3CA4-07F8-4CD7-AEED-FD37278D8495}" srcOrd="5" destOrd="0" parTransId="{D908A151-AA65-42E6-851E-15F04FEFC54B}" sibTransId="{0629C4AC-2DF8-42D0-AC29-6B55774B2F8E}"/>
    <dgm:cxn modelId="{31B0E73E-172C-4A88-B264-FD9F67F2075B}" type="presOf" srcId="{2BB980F1-DE06-485F-886E-AC28137410AD}" destId="{2F5372E8-45F7-4315-9AFD-FEC43B5A1A13}" srcOrd="0" destOrd="0" presId="urn:microsoft.com/office/officeart/2005/8/layout/default"/>
    <dgm:cxn modelId="{4107A756-5D5A-4E8C-9869-E5E1DC33A31F}" srcId="{2BB980F1-DE06-485F-886E-AC28137410AD}" destId="{B5741D46-2BBA-43D7-987C-B9F07D16F47B}" srcOrd="0" destOrd="0" parTransId="{10DBB4CB-2BA7-4CD4-836B-6046031D9223}" sibTransId="{C72804FC-854B-497F-8C28-4183042C2C33}"/>
    <dgm:cxn modelId="{A184E75A-0F93-4500-BDC0-DD16BAC97A09}" type="presOf" srcId="{BF1F5C82-664B-4D60-9248-F7EA493E2556}" destId="{F65C8149-B670-4A3B-91E4-EFB0332111BE}" srcOrd="0" destOrd="0" presId="urn:microsoft.com/office/officeart/2005/8/layout/default"/>
    <dgm:cxn modelId="{F24FBF83-F0AE-433A-8F2A-EA69E588E4D4}" srcId="{2BB980F1-DE06-485F-886E-AC28137410AD}" destId="{1730C16D-2EE0-4357-9065-634E30FADFEF}" srcOrd="3" destOrd="0" parTransId="{206E96C7-D1D7-4CA2-A43B-1FC668C8427B}" sibTransId="{8262CE89-FD6C-44D8-9F55-B8E5552CA1ED}"/>
    <dgm:cxn modelId="{80447F8F-5850-4675-97A0-8D50A516BC38}" type="presOf" srcId="{1730C16D-2EE0-4357-9065-634E30FADFEF}" destId="{4443DB9B-CA21-4A41-8465-24C10AA48ACB}" srcOrd="0" destOrd="0" presId="urn:microsoft.com/office/officeart/2005/8/layout/default"/>
    <dgm:cxn modelId="{A494ED96-5B4E-4582-8B7F-C42A3E0D25F1}" type="presOf" srcId="{4C56CAE1-8334-4B31-8812-C682E197B18C}" destId="{6DC4C3BA-6C9E-4467-9B7A-F721EFA5A2F0}" srcOrd="0" destOrd="0" presId="urn:microsoft.com/office/officeart/2005/8/layout/default"/>
    <dgm:cxn modelId="{3F1E16A2-83D4-49AD-830A-8B291DEDAD6B}" srcId="{2BB980F1-DE06-485F-886E-AC28137410AD}" destId="{BF1F5C82-664B-4D60-9248-F7EA493E2556}" srcOrd="7" destOrd="0" parTransId="{5BB40A59-B6E0-4A57-9463-2A128F38F015}" sibTransId="{84E18130-8C1C-4C61-82B6-3847F3F69FBC}"/>
    <dgm:cxn modelId="{528D77B0-A8D6-4BC4-9B55-43BFA444CE6A}" type="presOf" srcId="{740A3CA4-07F8-4CD7-AEED-FD37278D8495}" destId="{F45253C7-2B58-4046-A21E-58C26B0C767A}" srcOrd="0" destOrd="0" presId="urn:microsoft.com/office/officeart/2005/8/layout/default"/>
    <dgm:cxn modelId="{05488CBE-78F0-48FB-858B-C0C9886BFDAA}" srcId="{2BB980F1-DE06-485F-886E-AC28137410AD}" destId="{4C56CAE1-8334-4B31-8812-C682E197B18C}" srcOrd="2" destOrd="0" parTransId="{B8994514-A3BA-4A3C-91FB-09D896C48558}" sibTransId="{3B3B6ADE-491B-4337-A470-EF5CC46EF538}"/>
    <dgm:cxn modelId="{19AD31E9-BB90-47D2-B885-408E0D91348F}" type="presOf" srcId="{B1109E21-872F-4C21-9DCC-62DF193C7151}" destId="{F392D124-E852-49E0-B1AE-A237D52C0E6B}" srcOrd="0" destOrd="0" presId="urn:microsoft.com/office/officeart/2005/8/layout/default"/>
    <dgm:cxn modelId="{286CA9EE-DCA4-4A19-845E-56E2F1AA55D0}" type="presOf" srcId="{B5741D46-2BBA-43D7-987C-B9F07D16F47B}" destId="{4444E645-88A1-42F8-83A4-37F5C981CCA5}" srcOrd="0" destOrd="0" presId="urn:microsoft.com/office/officeart/2005/8/layout/default"/>
    <dgm:cxn modelId="{E8E282F8-87A9-4819-8908-74290AA01B07}" type="presOf" srcId="{C61DB5A6-2DA4-4210-88F0-A62688EE6467}" destId="{C4995D5A-45AB-4606-80E0-1F9B31724422}" srcOrd="0" destOrd="0" presId="urn:microsoft.com/office/officeart/2005/8/layout/default"/>
    <dgm:cxn modelId="{20874A5B-63FD-4549-8C3D-B58171BC3E8B}" type="presParOf" srcId="{2F5372E8-45F7-4315-9AFD-FEC43B5A1A13}" destId="{4444E645-88A1-42F8-83A4-37F5C981CCA5}" srcOrd="0" destOrd="0" presId="urn:microsoft.com/office/officeart/2005/8/layout/default"/>
    <dgm:cxn modelId="{43922921-B95D-4523-9551-783B21194609}" type="presParOf" srcId="{2F5372E8-45F7-4315-9AFD-FEC43B5A1A13}" destId="{2C2382E3-03FA-4A7A-AF8B-84803B2DDBBF}" srcOrd="1" destOrd="0" presId="urn:microsoft.com/office/officeart/2005/8/layout/default"/>
    <dgm:cxn modelId="{84A06A4D-C54F-4055-B039-A62542918903}" type="presParOf" srcId="{2F5372E8-45F7-4315-9AFD-FEC43B5A1A13}" destId="{C4995D5A-45AB-4606-80E0-1F9B31724422}" srcOrd="2" destOrd="0" presId="urn:microsoft.com/office/officeart/2005/8/layout/default"/>
    <dgm:cxn modelId="{D18DC816-D1E3-4F0F-9AD5-71FE1C134171}" type="presParOf" srcId="{2F5372E8-45F7-4315-9AFD-FEC43B5A1A13}" destId="{8D08E932-B42F-46E9-9CAF-3C93F6430AA3}" srcOrd="3" destOrd="0" presId="urn:microsoft.com/office/officeart/2005/8/layout/default"/>
    <dgm:cxn modelId="{DF013243-36BD-44E2-857E-A21D54BB4748}" type="presParOf" srcId="{2F5372E8-45F7-4315-9AFD-FEC43B5A1A13}" destId="{6DC4C3BA-6C9E-4467-9B7A-F721EFA5A2F0}" srcOrd="4" destOrd="0" presId="urn:microsoft.com/office/officeart/2005/8/layout/default"/>
    <dgm:cxn modelId="{D8ED533F-596B-470D-9BA3-E07F8CD58F4C}" type="presParOf" srcId="{2F5372E8-45F7-4315-9AFD-FEC43B5A1A13}" destId="{7A980032-C958-48F2-97DC-02FAC51A4183}" srcOrd="5" destOrd="0" presId="urn:microsoft.com/office/officeart/2005/8/layout/default"/>
    <dgm:cxn modelId="{44F19D37-9635-4028-B853-5D687CC48D29}" type="presParOf" srcId="{2F5372E8-45F7-4315-9AFD-FEC43B5A1A13}" destId="{4443DB9B-CA21-4A41-8465-24C10AA48ACB}" srcOrd="6" destOrd="0" presId="urn:microsoft.com/office/officeart/2005/8/layout/default"/>
    <dgm:cxn modelId="{8174D77D-732C-436A-A2B3-B3C051301BC9}" type="presParOf" srcId="{2F5372E8-45F7-4315-9AFD-FEC43B5A1A13}" destId="{26208AFB-018B-4011-A1A0-AE5A966D8868}" srcOrd="7" destOrd="0" presId="urn:microsoft.com/office/officeart/2005/8/layout/default"/>
    <dgm:cxn modelId="{4AC08150-C222-48A6-AD1B-F749A84C46EC}" type="presParOf" srcId="{2F5372E8-45F7-4315-9AFD-FEC43B5A1A13}" destId="{4D951386-B769-470C-B96C-73073F111A8D}" srcOrd="8" destOrd="0" presId="urn:microsoft.com/office/officeart/2005/8/layout/default"/>
    <dgm:cxn modelId="{B2FA004F-5BAC-4F45-82A7-3AC345E4B02B}" type="presParOf" srcId="{2F5372E8-45F7-4315-9AFD-FEC43B5A1A13}" destId="{53BEEDD9-3540-4938-A0DC-561217C9FFBC}" srcOrd="9" destOrd="0" presId="urn:microsoft.com/office/officeart/2005/8/layout/default"/>
    <dgm:cxn modelId="{C8CA1783-5E7A-4257-A3CD-A665DBF3E42F}" type="presParOf" srcId="{2F5372E8-45F7-4315-9AFD-FEC43B5A1A13}" destId="{F45253C7-2B58-4046-A21E-58C26B0C767A}" srcOrd="10" destOrd="0" presId="urn:microsoft.com/office/officeart/2005/8/layout/default"/>
    <dgm:cxn modelId="{37D142FA-AD0D-4795-8155-499F309010FC}" type="presParOf" srcId="{2F5372E8-45F7-4315-9AFD-FEC43B5A1A13}" destId="{74B1BF34-BDE1-4830-B1C3-7FD27579BE74}" srcOrd="11" destOrd="0" presId="urn:microsoft.com/office/officeart/2005/8/layout/default"/>
    <dgm:cxn modelId="{E0C6B628-08B3-41D1-8EB8-80F2D7159926}" type="presParOf" srcId="{2F5372E8-45F7-4315-9AFD-FEC43B5A1A13}" destId="{F392D124-E852-49E0-B1AE-A237D52C0E6B}" srcOrd="12" destOrd="0" presId="urn:microsoft.com/office/officeart/2005/8/layout/default"/>
    <dgm:cxn modelId="{4947D9D5-086B-41E6-91D3-F0D227841D8E}" type="presParOf" srcId="{2F5372E8-45F7-4315-9AFD-FEC43B5A1A13}" destId="{F9BDC1DD-A50C-4DD4-9F36-A7E8C15E5D85}" srcOrd="13" destOrd="0" presId="urn:microsoft.com/office/officeart/2005/8/layout/default"/>
    <dgm:cxn modelId="{EA594A2E-B444-44C0-B098-5F5A0792E4A4}" type="presParOf" srcId="{2F5372E8-45F7-4315-9AFD-FEC43B5A1A13}" destId="{F65C8149-B670-4A3B-91E4-EFB0332111BE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5BDE42-8D88-4FA1-B538-DAAF7FC2B143}">
      <dsp:nvSpPr>
        <dsp:cNvPr id="0" name=""/>
        <dsp:cNvSpPr/>
      </dsp:nvSpPr>
      <dsp:spPr>
        <a:xfrm>
          <a:off x="2669704" y="533944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64480" y="577453"/>
        <a:ext cx="22113" cy="4422"/>
      </dsp:txXfrm>
    </dsp:sp>
    <dsp:sp modelId="{A9769ECF-DAE7-47CD-8F51-7DF4AEE4924D}">
      <dsp:nvSpPr>
        <dsp:cNvPr id="0" name=""/>
        <dsp:cNvSpPr/>
      </dsp:nvSpPr>
      <dsp:spPr>
        <a:xfrm>
          <a:off x="748607" y="2795"/>
          <a:ext cx="1922896" cy="115373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AI-Powered Categorization Engine</a:t>
          </a:r>
        </a:p>
      </dsp:txBody>
      <dsp:txXfrm>
        <a:off x="748607" y="2795"/>
        <a:ext cx="1922896" cy="1153737"/>
      </dsp:txXfrm>
    </dsp:sp>
    <dsp:sp modelId="{3ECCD94E-C15F-4253-BAEE-35FA2AABFB56}">
      <dsp:nvSpPr>
        <dsp:cNvPr id="0" name=""/>
        <dsp:cNvSpPr/>
      </dsp:nvSpPr>
      <dsp:spPr>
        <a:xfrm>
          <a:off x="5034866" y="533944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9643" y="577453"/>
        <a:ext cx="22113" cy="4422"/>
      </dsp:txXfrm>
    </dsp:sp>
    <dsp:sp modelId="{2B915BC1-B438-42CB-B543-62A58FF8F094}">
      <dsp:nvSpPr>
        <dsp:cNvPr id="0" name=""/>
        <dsp:cNvSpPr/>
      </dsp:nvSpPr>
      <dsp:spPr>
        <a:xfrm>
          <a:off x="3113770" y="2795"/>
          <a:ext cx="1922896" cy="115373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Intelligent Transaction Categorization:</a:t>
          </a:r>
        </a:p>
      </dsp:txBody>
      <dsp:txXfrm>
        <a:off x="3113770" y="2795"/>
        <a:ext cx="1922896" cy="1153737"/>
      </dsp:txXfrm>
    </dsp:sp>
    <dsp:sp modelId="{7A9766F5-7D5E-4D77-9C40-92E13D85FC39}">
      <dsp:nvSpPr>
        <dsp:cNvPr id="0" name=""/>
        <dsp:cNvSpPr/>
      </dsp:nvSpPr>
      <dsp:spPr>
        <a:xfrm>
          <a:off x="7400029" y="533944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594806" y="577453"/>
        <a:ext cx="22113" cy="4422"/>
      </dsp:txXfrm>
    </dsp:sp>
    <dsp:sp modelId="{133CF721-1B5B-4896-B6B0-D044793120E8}">
      <dsp:nvSpPr>
        <dsp:cNvPr id="0" name=""/>
        <dsp:cNvSpPr/>
      </dsp:nvSpPr>
      <dsp:spPr>
        <a:xfrm>
          <a:off x="5478933" y="2795"/>
          <a:ext cx="1922896" cy="115373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🤖 NLTK-Based Processing: Tokenization and keyword extraction</a:t>
          </a:r>
        </a:p>
      </dsp:txBody>
      <dsp:txXfrm>
        <a:off x="5478933" y="2795"/>
        <a:ext cx="1922896" cy="1153737"/>
      </dsp:txXfrm>
    </dsp:sp>
    <dsp:sp modelId="{08966FA2-15A2-41D3-9916-00CF0FFCAC69}">
      <dsp:nvSpPr>
        <dsp:cNvPr id="0" name=""/>
        <dsp:cNvSpPr/>
      </dsp:nvSpPr>
      <dsp:spPr>
        <a:xfrm>
          <a:off x="1710055" y="1154733"/>
          <a:ext cx="7095488" cy="411666"/>
        </a:xfrm>
        <a:custGeom>
          <a:avLst/>
          <a:gdLst/>
          <a:ahLst/>
          <a:cxnLst/>
          <a:rect l="0" t="0" r="0" b="0"/>
          <a:pathLst>
            <a:path>
              <a:moveTo>
                <a:pt x="7095488" y="0"/>
              </a:moveTo>
              <a:lnTo>
                <a:pt x="7095488" y="222933"/>
              </a:lnTo>
              <a:lnTo>
                <a:pt x="0" y="222933"/>
              </a:lnTo>
              <a:lnTo>
                <a:pt x="0" y="411666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80068" y="1358355"/>
        <a:ext cx="355462" cy="4422"/>
      </dsp:txXfrm>
    </dsp:sp>
    <dsp:sp modelId="{7ECB4E58-8452-4EEA-83B2-344DCD2F7E41}">
      <dsp:nvSpPr>
        <dsp:cNvPr id="0" name=""/>
        <dsp:cNvSpPr/>
      </dsp:nvSpPr>
      <dsp:spPr>
        <a:xfrm>
          <a:off x="7844095" y="2795"/>
          <a:ext cx="1922896" cy="115373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🔍 Pattern Matching: Exact and partial keyword matching</a:t>
          </a:r>
        </a:p>
      </dsp:txBody>
      <dsp:txXfrm>
        <a:off x="7844095" y="2795"/>
        <a:ext cx="1922896" cy="1153737"/>
      </dsp:txXfrm>
    </dsp:sp>
    <dsp:sp modelId="{EF3FC0D4-1A70-46BF-A641-4DFBC0662C60}">
      <dsp:nvSpPr>
        <dsp:cNvPr id="0" name=""/>
        <dsp:cNvSpPr/>
      </dsp:nvSpPr>
      <dsp:spPr>
        <a:xfrm>
          <a:off x="2669704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64480" y="2173457"/>
        <a:ext cx="22113" cy="4422"/>
      </dsp:txXfrm>
    </dsp:sp>
    <dsp:sp modelId="{B27ABE9C-4E2B-4AE1-A10B-46389FD9290C}">
      <dsp:nvSpPr>
        <dsp:cNvPr id="0" name=""/>
        <dsp:cNvSpPr/>
      </dsp:nvSpPr>
      <dsp:spPr>
        <a:xfrm>
          <a:off x="748607" y="1598800"/>
          <a:ext cx="1922896" cy="115373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🎯 Confidence Scoring: High/Medium/Low confidence levels</a:t>
          </a:r>
        </a:p>
      </dsp:txBody>
      <dsp:txXfrm>
        <a:off x="748607" y="1598800"/>
        <a:ext cx="1922896" cy="1153737"/>
      </dsp:txXfrm>
    </dsp:sp>
    <dsp:sp modelId="{B76DC827-BD00-43D0-BE7A-57915043DEF6}">
      <dsp:nvSpPr>
        <dsp:cNvPr id="0" name=""/>
        <dsp:cNvSpPr/>
      </dsp:nvSpPr>
      <dsp:spPr>
        <a:xfrm>
          <a:off x="5034866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9643" y="2173457"/>
        <a:ext cx="22113" cy="4422"/>
      </dsp:txXfrm>
    </dsp:sp>
    <dsp:sp modelId="{A4254798-21DA-4596-8D3F-911C5C6695B7}">
      <dsp:nvSpPr>
        <dsp:cNvPr id="0" name=""/>
        <dsp:cNvSpPr/>
      </dsp:nvSpPr>
      <dsp:spPr>
        <a:xfrm>
          <a:off x="3113770" y="1598800"/>
          <a:ext cx="1922896" cy="115373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💡 Smart Suggestions: Alternative category recommendations</a:t>
          </a:r>
        </a:p>
      </dsp:txBody>
      <dsp:txXfrm>
        <a:off x="3113770" y="1598800"/>
        <a:ext cx="1922896" cy="1153737"/>
      </dsp:txXfrm>
    </dsp:sp>
    <dsp:sp modelId="{7B14502A-3D55-4A5C-90A7-61AD5B175A5C}">
      <dsp:nvSpPr>
        <dsp:cNvPr id="0" name=""/>
        <dsp:cNvSpPr/>
      </dsp:nvSpPr>
      <dsp:spPr>
        <a:xfrm>
          <a:off x="7400029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594806" y="2173457"/>
        <a:ext cx="22113" cy="4422"/>
      </dsp:txXfrm>
    </dsp:sp>
    <dsp:sp modelId="{A18416E4-7988-4818-8494-E43C62AC5F17}">
      <dsp:nvSpPr>
        <dsp:cNvPr id="0" name=""/>
        <dsp:cNvSpPr/>
      </dsp:nvSpPr>
      <dsp:spPr>
        <a:xfrm>
          <a:off x="5478933" y="1598800"/>
          <a:ext cx="1922896" cy="115373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🏢 Brand Recognition: Context-aware categorization (Amazon, Uber, etc.)</a:t>
          </a:r>
        </a:p>
      </dsp:txBody>
      <dsp:txXfrm>
        <a:off x="5478933" y="1598800"/>
        <a:ext cx="1922896" cy="1153737"/>
      </dsp:txXfrm>
    </dsp:sp>
    <dsp:sp modelId="{CA7C6EB3-DADF-4C37-978B-21F56FB237FB}">
      <dsp:nvSpPr>
        <dsp:cNvPr id="0" name=""/>
        <dsp:cNvSpPr/>
      </dsp:nvSpPr>
      <dsp:spPr>
        <a:xfrm>
          <a:off x="1710055" y="2750737"/>
          <a:ext cx="7095488" cy="411666"/>
        </a:xfrm>
        <a:custGeom>
          <a:avLst/>
          <a:gdLst/>
          <a:ahLst/>
          <a:cxnLst/>
          <a:rect l="0" t="0" r="0" b="0"/>
          <a:pathLst>
            <a:path>
              <a:moveTo>
                <a:pt x="7095488" y="0"/>
              </a:moveTo>
              <a:lnTo>
                <a:pt x="7095488" y="222933"/>
              </a:lnTo>
              <a:lnTo>
                <a:pt x="0" y="222933"/>
              </a:lnTo>
              <a:lnTo>
                <a:pt x="0" y="411666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80068" y="2954359"/>
        <a:ext cx="355462" cy="4422"/>
      </dsp:txXfrm>
    </dsp:sp>
    <dsp:sp modelId="{587DC3CF-C9FB-49E3-938F-8B1364509694}">
      <dsp:nvSpPr>
        <dsp:cNvPr id="0" name=""/>
        <dsp:cNvSpPr/>
      </dsp:nvSpPr>
      <dsp:spPr>
        <a:xfrm>
          <a:off x="7844095" y="1598800"/>
          <a:ext cx="1922896" cy="115373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Categories Supported:</a:t>
          </a:r>
        </a:p>
      </dsp:txBody>
      <dsp:txXfrm>
        <a:off x="7844095" y="1598800"/>
        <a:ext cx="1922896" cy="1153737"/>
      </dsp:txXfrm>
    </dsp:sp>
    <dsp:sp modelId="{21CC0981-2819-4831-B478-64188CD824E8}">
      <dsp:nvSpPr>
        <dsp:cNvPr id="0" name=""/>
        <dsp:cNvSpPr/>
      </dsp:nvSpPr>
      <dsp:spPr>
        <a:xfrm>
          <a:off x="2669704" y="3725953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64480" y="3769461"/>
        <a:ext cx="22113" cy="4422"/>
      </dsp:txXfrm>
    </dsp:sp>
    <dsp:sp modelId="{F4C8A034-590D-4030-B911-942765F46607}">
      <dsp:nvSpPr>
        <dsp:cNvPr id="0" name=""/>
        <dsp:cNvSpPr/>
      </dsp:nvSpPr>
      <dsp:spPr>
        <a:xfrm>
          <a:off x="748607" y="3194804"/>
          <a:ext cx="1922896" cy="115373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Groceries, Transport, Dining, Rent, Utilities</a:t>
          </a:r>
        </a:p>
      </dsp:txBody>
      <dsp:txXfrm>
        <a:off x="748607" y="3194804"/>
        <a:ext cx="1922896" cy="1153737"/>
      </dsp:txXfrm>
    </dsp:sp>
    <dsp:sp modelId="{5322C076-F8B6-4F41-883B-FBEE38FC516B}">
      <dsp:nvSpPr>
        <dsp:cNvPr id="0" name=""/>
        <dsp:cNvSpPr/>
      </dsp:nvSpPr>
      <dsp:spPr>
        <a:xfrm>
          <a:off x="5034866" y="3725953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9643" y="3769461"/>
        <a:ext cx="22113" cy="4422"/>
      </dsp:txXfrm>
    </dsp:sp>
    <dsp:sp modelId="{37CD4BA0-3CD8-4006-A2A8-0D572D4F1194}">
      <dsp:nvSpPr>
        <dsp:cNvPr id="0" name=""/>
        <dsp:cNvSpPr/>
      </dsp:nvSpPr>
      <dsp:spPr>
        <a:xfrm>
          <a:off x="3113770" y="3194804"/>
          <a:ext cx="1922896" cy="115373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Entertainment, Healthcare, Education, Shopping</a:t>
          </a:r>
        </a:p>
      </dsp:txBody>
      <dsp:txXfrm>
        <a:off x="3113770" y="3194804"/>
        <a:ext cx="1922896" cy="1153737"/>
      </dsp:txXfrm>
    </dsp:sp>
    <dsp:sp modelId="{91FCB60A-39BF-409C-A50E-CCE2F078F61E}">
      <dsp:nvSpPr>
        <dsp:cNvPr id="0" name=""/>
        <dsp:cNvSpPr/>
      </dsp:nvSpPr>
      <dsp:spPr>
        <a:xfrm>
          <a:off x="5478933" y="3194804"/>
          <a:ext cx="1922896" cy="115373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Travel, Insurance, Loan Repayment, Miscellaneous</a:t>
          </a:r>
        </a:p>
      </dsp:txBody>
      <dsp:txXfrm>
        <a:off x="5478933" y="3194804"/>
        <a:ext cx="1922896" cy="115373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258B6E-D133-48C9-98E0-0B4F34B2B1C3}">
      <dsp:nvSpPr>
        <dsp:cNvPr id="0" name=""/>
        <dsp:cNvSpPr/>
      </dsp:nvSpPr>
      <dsp:spPr>
        <a:xfrm>
          <a:off x="0" y="266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ECA685-421B-47D7-9658-8BC6BE9916EC}">
      <dsp:nvSpPr>
        <dsp:cNvPr id="0" name=""/>
        <dsp:cNvSpPr/>
      </dsp:nvSpPr>
      <dsp:spPr>
        <a:xfrm>
          <a:off x="0" y="2660"/>
          <a:ext cx="10515600" cy="4949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Natural Language Processing:</a:t>
          </a:r>
        </a:p>
      </dsp:txBody>
      <dsp:txXfrm>
        <a:off x="0" y="2660"/>
        <a:ext cx="10515600" cy="494926"/>
      </dsp:txXfrm>
    </dsp:sp>
    <dsp:sp modelId="{AD9B0B47-8027-49B4-AAA6-8354D2FFA235}">
      <dsp:nvSpPr>
        <dsp:cNvPr id="0" name=""/>
        <dsp:cNvSpPr/>
      </dsp:nvSpPr>
      <dsp:spPr>
        <a:xfrm>
          <a:off x="0" y="497587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C5165D-FBD5-46AA-B3AC-B6D3CC65F4DA}">
      <dsp:nvSpPr>
        <dsp:cNvPr id="0" name=""/>
        <dsp:cNvSpPr/>
      </dsp:nvSpPr>
      <dsp:spPr>
        <a:xfrm>
          <a:off x="0" y="497587"/>
          <a:ext cx="10515600" cy="4949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NLTK Library: Tokenization and text processing</a:t>
          </a:r>
        </a:p>
      </dsp:txBody>
      <dsp:txXfrm>
        <a:off x="0" y="497587"/>
        <a:ext cx="10515600" cy="494926"/>
      </dsp:txXfrm>
    </dsp:sp>
    <dsp:sp modelId="{B19C4F88-9359-458A-8558-2C109B8DF0CF}">
      <dsp:nvSpPr>
        <dsp:cNvPr id="0" name=""/>
        <dsp:cNvSpPr/>
      </dsp:nvSpPr>
      <dsp:spPr>
        <a:xfrm>
          <a:off x="0" y="99251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851630-5B8C-4589-9943-43BA5C80765F}">
      <dsp:nvSpPr>
        <dsp:cNvPr id="0" name=""/>
        <dsp:cNvSpPr/>
      </dsp:nvSpPr>
      <dsp:spPr>
        <a:xfrm>
          <a:off x="0" y="992514"/>
          <a:ext cx="10515600" cy="4949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Keyword Database: 100+ categorized keywords</a:t>
          </a:r>
        </a:p>
      </dsp:txBody>
      <dsp:txXfrm>
        <a:off x="0" y="992514"/>
        <a:ext cx="10515600" cy="494926"/>
      </dsp:txXfrm>
    </dsp:sp>
    <dsp:sp modelId="{DB7FD527-4798-4EE7-818A-DF9D50F8FFE6}">
      <dsp:nvSpPr>
        <dsp:cNvPr id="0" name=""/>
        <dsp:cNvSpPr/>
      </dsp:nvSpPr>
      <dsp:spPr>
        <a:xfrm>
          <a:off x="0" y="148744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EAB278-D72B-475B-AB7B-706975D10335}">
      <dsp:nvSpPr>
        <dsp:cNvPr id="0" name=""/>
        <dsp:cNvSpPr/>
      </dsp:nvSpPr>
      <dsp:spPr>
        <a:xfrm>
          <a:off x="0" y="1487440"/>
          <a:ext cx="10515600" cy="4949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Fuzzy Matching: Handle typos and variations</a:t>
          </a:r>
        </a:p>
      </dsp:txBody>
      <dsp:txXfrm>
        <a:off x="0" y="1487440"/>
        <a:ext cx="10515600" cy="494926"/>
      </dsp:txXfrm>
    </dsp:sp>
    <dsp:sp modelId="{860172F4-77E3-4A04-8396-B56739807765}">
      <dsp:nvSpPr>
        <dsp:cNvPr id="0" name=""/>
        <dsp:cNvSpPr/>
      </dsp:nvSpPr>
      <dsp:spPr>
        <a:xfrm>
          <a:off x="0" y="1982367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8AA9A5-A6B0-459A-8586-84F3618D2DED}">
      <dsp:nvSpPr>
        <dsp:cNvPr id="0" name=""/>
        <dsp:cNvSpPr/>
      </dsp:nvSpPr>
      <dsp:spPr>
        <a:xfrm>
          <a:off x="0" y="1982367"/>
          <a:ext cx="10515600" cy="4949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Context Awareness: Brand-specific rules</a:t>
          </a:r>
        </a:p>
      </dsp:txBody>
      <dsp:txXfrm>
        <a:off x="0" y="1982367"/>
        <a:ext cx="10515600" cy="494926"/>
      </dsp:txXfrm>
    </dsp:sp>
    <dsp:sp modelId="{239D2D98-A987-4847-9212-87D9E760EF88}">
      <dsp:nvSpPr>
        <dsp:cNvPr id="0" name=""/>
        <dsp:cNvSpPr/>
      </dsp:nvSpPr>
      <dsp:spPr>
        <a:xfrm>
          <a:off x="0" y="247729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1C99A2-673E-4A7F-868D-7754AB10DB0C}">
      <dsp:nvSpPr>
        <dsp:cNvPr id="0" name=""/>
        <dsp:cNvSpPr/>
      </dsp:nvSpPr>
      <dsp:spPr>
        <a:xfrm>
          <a:off x="0" y="2477293"/>
          <a:ext cx="10515600" cy="4949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Example Categorization:</a:t>
          </a:r>
        </a:p>
      </dsp:txBody>
      <dsp:txXfrm>
        <a:off x="0" y="2477293"/>
        <a:ext cx="10515600" cy="494926"/>
      </dsp:txXfrm>
    </dsp:sp>
    <dsp:sp modelId="{E4CB32DA-F473-499B-ABCD-7D928D2DD25F}">
      <dsp:nvSpPr>
        <dsp:cNvPr id="0" name=""/>
        <dsp:cNvSpPr/>
      </dsp:nvSpPr>
      <dsp:spPr>
        <a:xfrm>
          <a:off x="0" y="297222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CC3F21-6F50-418F-ACB9-208D8AECC568}">
      <dsp:nvSpPr>
        <dsp:cNvPr id="0" name=""/>
        <dsp:cNvSpPr/>
      </dsp:nvSpPr>
      <dsp:spPr>
        <a:xfrm>
          <a:off x="0" y="2972220"/>
          <a:ext cx="10515600" cy="4949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text</a:t>
          </a:r>
        </a:p>
      </dsp:txBody>
      <dsp:txXfrm>
        <a:off x="0" y="2972220"/>
        <a:ext cx="10515600" cy="494926"/>
      </dsp:txXfrm>
    </dsp:sp>
    <dsp:sp modelId="{7D7D6EA9-94FA-43F1-B9D1-86685F9ABE30}">
      <dsp:nvSpPr>
        <dsp:cNvPr id="0" name=""/>
        <dsp:cNvSpPr/>
      </dsp:nvSpPr>
      <dsp:spPr>
        <a:xfrm>
          <a:off x="0" y="3467146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D1405D-5742-43D8-83C9-46F495A91A97}">
      <dsp:nvSpPr>
        <dsp:cNvPr id="0" name=""/>
        <dsp:cNvSpPr/>
      </dsp:nvSpPr>
      <dsp:spPr>
        <a:xfrm>
          <a:off x="0" y="3467146"/>
          <a:ext cx="10515600" cy="4949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"uber ride to office" → Transport (High confidence)</a:t>
          </a:r>
        </a:p>
      </dsp:txBody>
      <dsp:txXfrm>
        <a:off x="0" y="3467146"/>
        <a:ext cx="10515600" cy="494926"/>
      </dsp:txXfrm>
    </dsp:sp>
    <dsp:sp modelId="{D1AC5BBD-1983-4CD3-A5B1-50A2DE675F4F}">
      <dsp:nvSpPr>
        <dsp:cNvPr id="0" name=""/>
        <dsp:cNvSpPr/>
      </dsp:nvSpPr>
      <dsp:spPr>
        <a:xfrm>
          <a:off x="0" y="396207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A82C39-8335-481D-BBB4-561753688048}">
      <dsp:nvSpPr>
        <dsp:cNvPr id="0" name=""/>
        <dsp:cNvSpPr/>
      </dsp:nvSpPr>
      <dsp:spPr>
        <a:xfrm>
          <a:off x="0" y="3962073"/>
          <a:ext cx="10515600" cy="4949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"netflix subscription" → Entertainment (High confidence)  </a:t>
          </a:r>
        </a:p>
      </dsp:txBody>
      <dsp:txXfrm>
        <a:off x="0" y="3962073"/>
        <a:ext cx="10515600" cy="494926"/>
      </dsp:txXfrm>
    </dsp:sp>
    <dsp:sp modelId="{32A90FBE-2889-4AC8-8F06-BAB7F06049A0}">
      <dsp:nvSpPr>
        <dsp:cNvPr id="0" name=""/>
        <dsp:cNvSpPr/>
      </dsp:nvSpPr>
      <dsp:spPr>
        <a:xfrm>
          <a:off x="0" y="445699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268991-D7C0-435A-97D3-C61054557717}">
      <dsp:nvSpPr>
        <dsp:cNvPr id="0" name=""/>
        <dsp:cNvSpPr/>
      </dsp:nvSpPr>
      <dsp:spPr>
        <a:xfrm>
          <a:off x="0" y="4456999"/>
          <a:ext cx="10515600" cy="4949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"bigbasket grocery" → Groceries (High confidence)</a:t>
          </a:r>
        </a:p>
      </dsp:txBody>
      <dsp:txXfrm>
        <a:off x="0" y="4456999"/>
        <a:ext cx="10515600" cy="494926"/>
      </dsp:txXfrm>
    </dsp:sp>
    <dsp:sp modelId="{A9789FC6-7D03-4349-BA24-759B508828FE}">
      <dsp:nvSpPr>
        <dsp:cNvPr id="0" name=""/>
        <dsp:cNvSpPr/>
      </dsp:nvSpPr>
      <dsp:spPr>
        <a:xfrm>
          <a:off x="0" y="4951926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D311BC-B433-450E-BBB1-DB743EB100D8}">
      <dsp:nvSpPr>
        <dsp:cNvPr id="0" name=""/>
        <dsp:cNvSpPr/>
      </dsp:nvSpPr>
      <dsp:spPr>
        <a:xfrm>
          <a:off x="0" y="4951926"/>
          <a:ext cx="10515600" cy="4949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"starbucks coffee" → Dining (Medium confidence)</a:t>
          </a:r>
        </a:p>
      </dsp:txBody>
      <dsp:txXfrm>
        <a:off x="0" y="4951926"/>
        <a:ext cx="10515600" cy="49492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85A1ED-6B44-4195-8CA4-BEB7001ED86E}">
      <dsp:nvSpPr>
        <dsp:cNvPr id="0" name=""/>
        <dsp:cNvSpPr/>
      </dsp:nvSpPr>
      <dsp:spPr>
        <a:xfrm>
          <a:off x="2669704" y="533944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64480" y="577453"/>
        <a:ext cx="22113" cy="4422"/>
      </dsp:txXfrm>
    </dsp:sp>
    <dsp:sp modelId="{AB36DC34-B2F4-4FFA-8BB4-15DB3BF37B97}">
      <dsp:nvSpPr>
        <dsp:cNvPr id="0" name=""/>
        <dsp:cNvSpPr/>
      </dsp:nvSpPr>
      <dsp:spPr>
        <a:xfrm>
          <a:off x="748607" y="2795"/>
          <a:ext cx="1922896" cy="115373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Comprehensive Financial Reports:</a:t>
          </a:r>
        </a:p>
      </dsp:txBody>
      <dsp:txXfrm>
        <a:off x="748607" y="2795"/>
        <a:ext cx="1922896" cy="1153737"/>
      </dsp:txXfrm>
    </dsp:sp>
    <dsp:sp modelId="{CC37D279-E9E2-4D57-A5E6-2294E781D9E1}">
      <dsp:nvSpPr>
        <dsp:cNvPr id="0" name=""/>
        <dsp:cNvSpPr/>
      </dsp:nvSpPr>
      <dsp:spPr>
        <a:xfrm>
          <a:off x="5034866" y="533944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9643" y="577453"/>
        <a:ext cx="22113" cy="4422"/>
      </dsp:txXfrm>
    </dsp:sp>
    <dsp:sp modelId="{D9D7A57F-8BA7-4FB5-B76F-5F505C6F02DC}">
      <dsp:nvSpPr>
        <dsp:cNvPr id="0" name=""/>
        <dsp:cNvSpPr/>
      </dsp:nvSpPr>
      <dsp:spPr>
        <a:xfrm>
          <a:off x="3113770" y="2795"/>
          <a:ext cx="1922896" cy="115373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📊 Category-wise Spending: Pie charts and bar graphs</a:t>
          </a:r>
        </a:p>
      </dsp:txBody>
      <dsp:txXfrm>
        <a:off x="3113770" y="2795"/>
        <a:ext cx="1922896" cy="1153737"/>
      </dsp:txXfrm>
    </dsp:sp>
    <dsp:sp modelId="{A9390611-00C7-4A22-A396-C5A3102462D1}">
      <dsp:nvSpPr>
        <dsp:cNvPr id="0" name=""/>
        <dsp:cNvSpPr/>
      </dsp:nvSpPr>
      <dsp:spPr>
        <a:xfrm>
          <a:off x="7400029" y="533944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594806" y="577453"/>
        <a:ext cx="22113" cy="4422"/>
      </dsp:txXfrm>
    </dsp:sp>
    <dsp:sp modelId="{681A5694-A795-40F2-8A1D-1AEC75C13D90}">
      <dsp:nvSpPr>
        <dsp:cNvPr id="0" name=""/>
        <dsp:cNvSpPr/>
      </dsp:nvSpPr>
      <dsp:spPr>
        <a:xfrm>
          <a:off x="5478933" y="2795"/>
          <a:ext cx="1922896" cy="115373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📈 Monthly Trends: Income vs expense line charts</a:t>
          </a:r>
        </a:p>
      </dsp:txBody>
      <dsp:txXfrm>
        <a:off x="5478933" y="2795"/>
        <a:ext cx="1922896" cy="1153737"/>
      </dsp:txXfrm>
    </dsp:sp>
    <dsp:sp modelId="{BA510D74-DACF-44F6-8E0C-F1D1C1AC5AE0}">
      <dsp:nvSpPr>
        <dsp:cNvPr id="0" name=""/>
        <dsp:cNvSpPr/>
      </dsp:nvSpPr>
      <dsp:spPr>
        <a:xfrm>
          <a:off x="1710055" y="1154733"/>
          <a:ext cx="7095488" cy="411666"/>
        </a:xfrm>
        <a:custGeom>
          <a:avLst/>
          <a:gdLst/>
          <a:ahLst/>
          <a:cxnLst/>
          <a:rect l="0" t="0" r="0" b="0"/>
          <a:pathLst>
            <a:path>
              <a:moveTo>
                <a:pt x="7095488" y="0"/>
              </a:moveTo>
              <a:lnTo>
                <a:pt x="7095488" y="222933"/>
              </a:lnTo>
              <a:lnTo>
                <a:pt x="0" y="222933"/>
              </a:lnTo>
              <a:lnTo>
                <a:pt x="0" y="411666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80068" y="1358355"/>
        <a:ext cx="355462" cy="4422"/>
      </dsp:txXfrm>
    </dsp:sp>
    <dsp:sp modelId="{10F4CCF3-532E-4AC0-8B8D-18F81964AEB9}">
      <dsp:nvSpPr>
        <dsp:cNvPr id="0" name=""/>
        <dsp:cNvSpPr/>
      </dsp:nvSpPr>
      <dsp:spPr>
        <a:xfrm>
          <a:off x="7844095" y="2795"/>
          <a:ext cx="1922896" cy="115373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💰 Financial Overview: Total income, expenses, net balance</a:t>
          </a:r>
        </a:p>
      </dsp:txBody>
      <dsp:txXfrm>
        <a:off x="7844095" y="2795"/>
        <a:ext cx="1922896" cy="1153737"/>
      </dsp:txXfrm>
    </dsp:sp>
    <dsp:sp modelId="{591748D8-3EFF-4C55-B057-2413F6AE638F}">
      <dsp:nvSpPr>
        <dsp:cNvPr id="0" name=""/>
        <dsp:cNvSpPr/>
      </dsp:nvSpPr>
      <dsp:spPr>
        <a:xfrm>
          <a:off x="2669704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64480" y="2173457"/>
        <a:ext cx="22113" cy="4422"/>
      </dsp:txXfrm>
    </dsp:sp>
    <dsp:sp modelId="{BA8289E7-C965-4AD2-9157-134878482C07}">
      <dsp:nvSpPr>
        <dsp:cNvPr id="0" name=""/>
        <dsp:cNvSpPr/>
      </dsp:nvSpPr>
      <dsp:spPr>
        <a:xfrm>
          <a:off x="748607" y="1598800"/>
          <a:ext cx="1922896" cy="115373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🔍 Time Period Filters: 30/90 days, monthly, yearly, all-time</a:t>
          </a:r>
        </a:p>
      </dsp:txBody>
      <dsp:txXfrm>
        <a:off x="748607" y="1598800"/>
        <a:ext cx="1922896" cy="1153737"/>
      </dsp:txXfrm>
    </dsp:sp>
    <dsp:sp modelId="{D51B646D-483A-40E0-B273-C4B87BA56324}">
      <dsp:nvSpPr>
        <dsp:cNvPr id="0" name=""/>
        <dsp:cNvSpPr/>
      </dsp:nvSpPr>
      <dsp:spPr>
        <a:xfrm>
          <a:off x="5034866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9643" y="2173457"/>
        <a:ext cx="22113" cy="4422"/>
      </dsp:txXfrm>
    </dsp:sp>
    <dsp:sp modelId="{8489D897-6082-42F7-9EEF-5A1D843581B5}">
      <dsp:nvSpPr>
        <dsp:cNvPr id="0" name=""/>
        <dsp:cNvSpPr/>
      </dsp:nvSpPr>
      <dsp:spPr>
        <a:xfrm>
          <a:off x="3113770" y="1598800"/>
          <a:ext cx="1922896" cy="115373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📋 Transaction History: Searchable and sortable tables</a:t>
          </a:r>
        </a:p>
      </dsp:txBody>
      <dsp:txXfrm>
        <a:off x="3113770" y="1598800"/>
        <a:ext cx="1922896" cy="1153737"/>
      </dsp:txXfrm>
    </dsp:sp>
    <dsp:sp modelId="{D6B0A276-4ACE-4B41-8C90-5A68FC32801A}">
      <dsp:nvSpPr>
        <dsp:cNvPr id="0" name=""/>
        <dsp:cNvSpPr/>
      </dsp:nvSpPr>
      <dsp:spPr>
        <a:xfrm>
          <a:off x="7400029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594806" y="2173457"/>
        <a:ext cx="22113" cy="4422"/>
      </dsp:txXfrm>
    </dsp:sp>
    <dsp:sp modelId="{18040B37-0D2F-4C8B-A3D0-6E9839CF5C15}">
      <dsp:nvSpPr>
        <dsp:cNvPr id="0" name=""/>
        <dsp:cNvSpPr/>
      </dsp:nvSpPr>
      <dsp:spPr>
        <a:xfrm>
          <a:off x="5478933" y="1598800"/>
          <a:ext cx="1922896" cy="115373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Data Visualization:</a:t>
          </a:r>
        </a:p>
      </dsp:txBody>
      <dsp:txXfrm>
        <a:off x="5478933" y="1598800"/>
        <a:ext cx="1922896" cy="1153737"/>
      </dsp:txXfrm>
    </dsp:sp>
    <dsp:sp modelId="{09F40DD9-EA21-4585-B164-F001398514F1}">
      <dsp:nvSpPr>
        <dsp:cNvPr id="0" name=""/>
        <dsp:cNvSpPr/>
      </dsp:nvSpPr>
      <dsp:spPr>
        <a:xfrm>
          <a:off x="1710055" y="2750737"/>
          <a:ext cx="7095488" cy="411666"/>
        </a:xfrm>
        <a:custGeom>
          <a:avLst/>
          <a:gdLst/>
          <a:ahLst/>
          <a:cxnLst/>
          <a:rect l="0" t="0" r="0" b="0"/>
          <a:pathLst>
            <a:path>
              <a:moveTo>
                <a:pt x="7095488" y="0"/>
              </a:moveTo>
              <a:lnTo>
                <a:pt x="7095488" y="222933"/>
              </a:lnTo>
              <a:lnTo>
                <a:pt x="0" y="222933"/>
              </a:lnTo>
              <a:lnTo>
                <a:pt x="0" y="411666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80068" y="2954359"/>
        <a:ext cx="355462" cy="4422"/>
      </dsp:txXfrm>
    </dsp:sp>
    <dsp:sp modelId="{3E5C9E27-1750-4EA5-9944-AA7EAC79D86F}">
      <dsp:nvSpPr>
        <dsp:cNvPr id="0" name=""/>
        <dsp:cNvSpPr/>
      </dsp:nvSpPr>
      <dsp:spPr>
        <a:xfrm>
          <a:off x="7844095" y="1598800"/>
          <a:ext cx="1922896" cy="115373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Interactive Plotly charts</a:t>
          </a:r>
        </a:p>
      </dsp:txBody>
      <dsp:txXfrm>
        <a:off x="7844095" y="1598800"/>
        <a:ext cx="1922896" cy="1153737"/>
      </dsp:txXfrm>
    </dsp:sp>
    <dsp:sp modelId="{41B25AFA-0EDF-48FF-8412-BB6A580F67D0}">
      <dsp:nvSpPr>
        <dsp:cNvPr id="0" name=""/>
        <dsp:cNvSpPr/>
      </dsp:nvSpPr>
      <dsp:spPr>
        <a:xfrm>
          <a:off x="2669704" y="3725953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64480" y="3769461"/>
        <a:ext cx="22113" cy="4422"/>
      </dsp:txXfrm>
    </dsp:sp>
    <dsp:sp modelId="{28E273F1-BDB7-4435-A900-14F1B62A94B2}">
      <dsp:nvSpPr>
        <dsp:cNvPr id="0" name=""/>
        <dsp:cNvSpPr/>
      </dsp:nvSpPr>
      <dsp:spPr>
        <a:xfrm>
          <a:off x="748607" y="3194804"/>
          <a:ext cx="1922896" cy="115373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Responsive design</a:t>
          </a:r>
        </a:p>
      </dsp:txBody>
      <dsp:txXfrm>
        <a:off x="748607" y="3194804"/>
        <a:ext cx="1922896" cy="1153737"/>
      </dsp:txXfrm>
    </dsp:sp>
    <dsp:sp modelId="{97589D5E-49D5-4BC6-AE15-8DC6C66F7E34}">
      <dsp:nvSpPr>
        <dsp:cNvPr id="0" name=""/>
        <dsp:cNvSpPr/>
      </dsp:nvSpPr>
      <dsp:spPr>
        <a:xfrm>
          <a:off x="5034866" y="3725953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9643" y="3769461"/>
        <a:ext cx="22113" cy="4422"/>
      </dsp:txXfrm>
    </dsp:sp>
    <dsp:sp modelId="{1FA045A1-FBF9-4E71-8272-3F41B469A7FF}">
      <dsp:nvSpPr>
        <dsp:cNvPr id="0" name=""/>
        <dsp:cNvSpPr/>
      </dsp:nvSpPr>
      <dsp:spPr>
        <a:xfrm>
          <a:off x="3113770" y="3194804"/>
          <a:ext cx="1922896" cy="115373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Real-time data updates</a:t>
          </a:r>
        </a:p>
      </dsp:txBody>
      <dsp:txXfrm>
        <a:off x="3113770" y="3194804"/>
        <a:ext cx="1922896" cy="1153737"/>
      </dsp:txXfrm>
    </dsp:sp>
    <dsp:sp modelId="{AABBA007-16A1-40D3-8B43-FA1FC5CAAEA3}">
      <dsp:nvSpPr>
        <dsp:cNvPr id="0" name=""/>
        <dsp:cNvSpPr/>
      </dsp:nvSpPr>
      <dsp:spPr>
        <a:xfrm>
          <a:off x="5478933" y="3194804"/>
          <a:ext cx="1922896" cy="115373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Export-ready formats</a:t>
          </a:r>
        </a:p>
      </dsp:txBody>
      <dsp:txXfrm>
        <a:off x="5478933" y="3194804"/>
        <a:ext cx="1922896" cy="115373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86F91E-364C-48A3-BC83-22815CF3955C}">
      <dsp:nvSpPr>
        <dsp:cNvPr id="0" name=""/>
        <dsp:cNvSpPr/>
      </dsp:nvSpPr>
      <dsp:spPr>
        <a:xfrm>
          <a:off x="582645" y="1178"/>
          <a:ext cx="2174490" cy="13046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CSV Upload Features:</a:t>
          </a:r>
        </a:p>
      </dsp:txBody>
      <dsp:txXfrm>
        <a:off x="582645" y="1178"/>
        <a:ext cx="2174490" cy="1304694"/>
      </dsp:txXfrm>
    </dsp:sp>
    <dsp:sp modelId="{5BF8B807-77D1-4C7B-AEF1-DCACB26FD9AC}">
      <dsp:nvSpPr>
        <dsp:cNvPr id="0" name=""/>
        <dsp:cNvSpPr/>
      </dsp:nvSpPr>
      <dsp:spPr>
        <a:xfrm>
          <a:off x="2974584" y="1178"/>
          <a:ext cx="2174490" cy="13046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📁 File Upload: Drag-and-drop CSV support</a:t>
          </a:r>
        </a:p>
      </dsp:txBody>
      <dsp:txXfrm>
        <a:off x="2974584" y="1178"/>
        <a:ext cx="2174490" cy="1304694"/>
      </dsp:txXfrm>
    </dsp:sp>
    <dsp:sp modelId="{92F7F044-DE99-4813-B577-7CA35B3C5C42}">
      <dsp:nvSpPr>
        <dsp:cNvPr id="0" name=""/>
        <dsp:cNvSpPr/>
      </dsp:nvSpPr>
      <dsp:spPr>
        <a:xfrm>
          <a:off x="5366524" y="1178"/>
          <a:ext cx="2174490" cy="13046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🔄 Auto-Processing: AI categorization for all rows</a:t>
          </a:r>
        </a:p>
      </dsp:txBody>
      <dsp:txXfrm>
        <a:off x="5366524" y="1178"/>
        <a:ext cx="2174490" cy="1304694"/>
      </dsp:txXfrm>
    </dsp:sp>
    <dsp:sp modelId="{57B2D5E7-CA8B-43FD-A627-B518AD38C2DE}">
      <dsp:nvSpPr>
        <dsp:cNvPr id="0" name=""/>
        <dsp:cNvSpPr/>
      </dsp:nvSpPr>
      <dsp:spPr>
        <a:xfrm>
          <a:off x="7758464" y="1178"/>
          <a:ext cx="2174490" cy="13046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✅ Progress Tracking: Success/error reporting</a:t>
          </a:r>
        </a:p>
      </dsp:txBody>
      <dsp:txXfrm>
        <a:off x="7758464" y="1178"/>
        <a:ext cx="2174490" cy="1304694"/>
      </dsp:txXfrm>
    </dsp:sp>
    <dsp:sp modelId="{F90F8760-B18C-43C1-A904-A1DF8AF2D75C}">
      <dsp:nvSpPr>
        <dsp:cNvPr id="0" name=""/>
        <dsp:cNvSpPr/>
      </dsp:nvSpPr>
      <dsp:spPr>
        <a:xfrm>
          <a:off x="582645" y="1523321"/>
          <a:ext cx="2174490" cy="13046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📋 Preview Capability: File content validation</a:t>
          </a:r>
        </a:p>
      </dsp:txBody>
      <dsp:txXfrm>
        <a:off x="582645" y="1523321"/>
        <a:ext cx="2174490" cy="1304694"/>
      </dsp:txXfrm>
    </dsp:sp>
    <dsp:sp modelId="{47D3499E-3107-46FB-9F5E-A805CEA3603E}">
      <dsp:nvSpPr>
        <dsp:cNvPr id="0" name=""/>
        <dsp:cNvSpPr/>
      </dsp:nvSpPr>
      <dsp:spPr>
        <a:xfrm>
          <a:off x="2974584" y="1523321"/>
          <a:ext cx="2174490" cy="13046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🎯 Batch Processing: Handle thousands of transactions</a:t>
          </a:r>
        </a:p>
      </dsp:txBody>
      <dsp:txXfrm>
        <a:off x="2974584" y="1523321"/>
        <a:ext cx="2174490" cy="1304694"/>
      </dsp:txXfrm>
    </dsp:sp>
    <dsp:sp modelId="{F7D9DD07-0517-4B4A-9F55-98B1F8D8BA44}">
      <dsp:nvSpPr>
        <dsp:cNvPr id="0" name=""/>
        <dsp:cNvSpPr/>
      </dsp:nvSpPr>
      <dsp:spPr>
        <a:xfrm>
          <a:off x="5366524" y="1523321"/>
          <a:ext cx="2174490" cy="13046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Supported CSV Formats:</a:t>
          </a:r>
        </a:p>
      </dsp:txBody>
      <dsp:txXfrm>
        <a:off x="5366524" y="1523321"/>
        <a:ext cx="2174490" cy="1304694"/>
      </dsp:txXfrm>
    </dsp:sp>
    <dsp:sp modelId="{85F02F22-D928-4BE1-8423-DAD5E5084182}">
      <dsp:nvSpPr>
        <dsp:cNvPr id="0" name=""/>
        <dsp:cNvSpPr/>
      </dsp:nvSpPr>
      <dsp:spPr>
        <a:xfrm>
          <a:off x="7758464" y="1523321"/>
          <a:ext cx="2174490" cy="13046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Date, Amount, Description columns</a:t>
          </a:r>
        </a:p>
      </dsp:txBody>
      <dsp:txXfrm>
        <a:off x="7758464" y="1523321"/>
        <a:ext cx="2174490" cy="1304694"/>
      </dsp:txXfrm>
    </dsp:sp>
    <dsp:sp modelId="{FF33684E-714B-4AD0-9586-19D2EB7BCF0A}">
      <dsp:nvSpPr>
        <dsp:cNvPr id="0" name=""/>
        <dsp:cNvSpPr/>
      </dsp:nvSpPr>
      <dsp:spPr>
        <a:xfrm>
          <a:off x="1778615" y="3045465"/>
          <a:ext cx="2174490" cy="13046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Flexible column naming</a:t>
          </a:r>
        </a:p>
      </dsp:txBody>
      <dsp:txXfrm>
        <a:off x="1778615" y="3045465"/>
        <a:ext cx="2174490" cy="1304694"/>
      </dsp:txXfrm>
    </dsp:sp>
    <dsp:sp modelId="{4B3854AA-4608-4D2C-8FA3-C23EE910F957}">
      <dsp:nvSpPr>
        <dsp:cNvPr id="0" name=""/>
        <dsp:cNvSpPr/>
      </dsp:nvSpPr>
      <dsp:spPr>
        <a:xfrm>
          <a:off x="4170554" y="3045465"/>
          <a:ext cx="2174490" cy="13046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Multiple date formats</a:t>
          </a:r>
        </a:p>
      </dsp:txBody>
      <dsp:txXfrm>
        <a:off x="4170554" y="3045465"/>
        <a:ext cx="2174490" cy="1304694"/>
      </dsp:txXfrm>
    </dsp:sp>
    <dsp:sp modelId="{85FB24A5-B095-4721-9504-6130D92A40D6}">
      <dsp:nvSpPr>
        <dsp:cNvPr id="0" name=""/>
        <dsp:cNvSpPr/>
      </dsp:nvSpPr>
      <dsp:spPr>
        <a:xfrm>
          <a:off x="6562494" y="3045465"/>
          <a:ext cx="2174490" cy="13046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Automatic type detection</a:t>
          </a:r>
        </a:p>
      </dsp:txBody>
      <dsp:txXfrm>
        <a:off x="6562494" y="3045465"/>
        <a:ext cx="2174490" cy="130469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BA5973-D3D5-4FE0-9718-BAF30448DAF0}">
      <dsp:nvSpPr>
        <dsp:cNvPr id="0" name=""/>
        <dsp:cNvSpPr/>
      </dsp:nvSpPr>
      <dsp:spPr>
        <a:xfrm>
          <a:off x="582645" y="1178"/>
          <a:ext cx="2174490" cy="13046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Transaction Management Features:</a:t>
          </a:r>
        </a:p>
      </dsp:txBody>
      <dsp:txXfrm>
        <a:off x="582645" y="1178"/>
        <a:ext cx="2174490" cy="1304694"/>
      </dsp:txXfrm>
    </dsp:sp>
    <dsp:sp modelId="{EEA47CD2-F5A1-4549-8A81-48FF6DDA8E40}">
      <dsp:nvSpPr>
        <dsp:cNvPr id="0" name=""/>
        <dsp:cNvSpPr/>
      </dsp:nvSpPr>
      <dsp:spPr>
        <a:xfrm>
          <a:off x="2974584" y="1178"/>
          <a:ext cx="2174490" cy="13046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⏰ Time Filters: 30 days, 90 days, monthly, yearly, all-time</a:t>
          </a:r>
        </a:p>
      </dsp:txBody>
      <dsp:txXfrm>
        <a:off x="2974584" y="1178"/>
        <a:ext cx="2174490" cy="1304694"/>
      </dsp:txXfrm>
    </dsp:sp>
    <dsp:sp modelId="{28CD96C8-CE99-4E0D-AF2A-8EF807F86A0A}">
      <dsp:nvSpPr>
        <dsp:cNvPr id="0" name=""/>
        <dsp:cNvSpPr/>
      </dsp:nvSpPr>
      <dsp:spPr>
        <a:xfrm>
          <a:off x="5366524" y="1178"/>
          <a:ext cx="2174490" cy="13046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🔍 Text Search: Description-based filtering</a:t>
          </a:r>
        </a:p>
      </dsp:txBody>
      <dsp:txXfrm>
        <a:off x="5366524" y="1178"/>
        <a:ext cx="2174490" cy="1304694"/>
      </dsp:txXfrm>
    </dsp:sp>
    <dsp:sp modelId="{E64F04B8-2D9D-4735-A521-E0DA009D720E}">
      <dsp:nvSpPr>
        <dsp:cNvPr id="0" name=""/>
        <dsp:cNvSpPr/>
      </dsp:nvSpPr>
      <dsp:spPr>
        <a:xfrm>
          <a:off x="7758464" y="1178"/>
          <a:ext cx="2174490" cy="13046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📊 Sorting Options: Date, amount (ascending/descending)</a:t>
          </a:r>
        </a:p>
      </dsp:txBody>
      <dsp:txXfrm>
        <a:off x="7758464" y="1178"/>
        <a:ext cx="2174490" cy="1304694"/>
      </dsp:txXfrm>
    </dsp:sp>
    <dsp:sp modelId="{808BC2E5-0C93-4250-9B3A-90E77E5B20D8}">
      <dsp:nvSpPr>
        <dsp:cNvPr id="0" name=""/>
        <dsp:cNvSpPr/>
      </dsp:nvSpPr>
      <dsp:spPr>
        <a:xfrm>
          <a:off x="582645" y="1523321"/>
          <a:ext cx="2174490" cy="13046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🏷️ Category Filters: View by specific categories</a:t>
          </a:r>
        </a:p>
      </dsp:txBody>
      <dsp:txXfrm>
        <a:off x="582645" y="1523321"/>
        <a:ext cx="2174490" cy="1304694"/>
      </dsp:txXfrm>
    </dsp:sp>
    <dsp:sp modelId="{D167499A-10E1-47B9-AAD4-94E964A2252C}">
      <dsp:nvSpPr>
        <dsp:cNvPr id="0" name=""/>
        <dsp:cNvSpPr/>
      </dsp:nvSpPr>
      <dsp:spPr>
        <a:xfrm>
          <a:off x="2974584" y="1523321"/>
          <a:ext cx="2174490" cy="13046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🔄 Live Updates: Instant filter results</a:t>
          </a:r>
        </a:p>
      </dsp:txBody>
      <dsp:txXfrm>
        <a:off x="2974584" y="1523321"/>
        <a:ext cx="2174490" cy="1304694"/>
      </dsp:txXfrm>
    </dsp:sp>
    <dsp:sp modelId="{8EB5A155-6195-4066-87C3-2E0A02F1FE5C}">
      <dsp:nvSpPr>
        <dsp:cNvPr id="0" name=""/>
        <dsp:cNvSpPr/>
      </dsp:nvSpPr>
      <dsp:spPr>
        <a:xfrm>
          <a:off x="5366524" y="1523321"/>
          <a:ext cx="2174490" cy="13046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User Experience:</a:t>
          </a:r>
        </a:p>
      </dsp:txBody>
      <dsp:txXfrm>
        <a:off x="5366524" y="1523321"/>
        <a:ext cx="2174490" cy="1304694"/>
      </dsp:txXfrm>
    </dsp:sp>
    <dsp:sp modelId="{14C4C950-15C7-4985-94FB-AA8D84698CAA}">
      <dsp:nvSpPr>
        <dsp:cNvPr id="0" name=""/>
        <dsp:cNvSpPr/>
      </dsp:nvSpPr>
      <dsp:spPr>
        <a:xfrm>
          <a:off x="7758464" y="1523321"/>
          <a:ext cx="2174490" cy="13046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Clear filter indicators</a:t>
          </a:r>
        </a:p>
      </dsp:txBody>
      <dsp:txXfrm>
        <a:off x="7758464" y="1523321"/>
        <a:ext cx="2174490" cy="1304694"/>
      </dsp:txXfrm>
    </dsp:sp>
    <dsp:sp modelId="{0DBCC91E-7154-4E8D-B66C-8B785F797E39}">
      <dsp:nvSpPr>
        <dsp:cNvPr id="0" name=""/>
        <dsp:cNvSpPr/>
      </dsp:nvSpPr>
      <dsp:spPr>
        <a:xfrm>
          <a:off x="1778615" y="3045465"/>
          <a:ext cx="2174490" cy="13046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Result count display</a:t>
          </a:r>
        </a:p>
      </dsp:txBody>
      <dsp:txXfrm>
        <a:off x="1778615" y="3045465"/>
        <a:ext cx="2174490" cy="1304694"/>
      </dsp:txXfrm>
    </dsp:sp>
    <dsp:sp modelId="{EA5D1B64-443C-4B52-840F-0FFFA276D876}">
      <dsp:nvSpPr>
        <dsp:cNvPr id="0" name=""/>
        <dsp:cNvSpPr/>
      </dsp:nvSpPr>
      <dsp:spPr>
        <a:xfrm>
          <a:off x="4170554" y="3045465"/>
          <a:ext cx="2174490" cy="13046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Preset time periods</a:t>
          </a:r>
        </a:p>
      </dsp:txBody>
      <dsp:txXfrm>
        <a:off x="4170554" y="3045465"/>
        <a:ext cx="2174490" cy="1304694"/>
      </dsp:txXfrm>
    </dsp:sp>
    <dsp:sp modelId="{B00D0E22-6DAA-42A0-9774-FB809C8E3870}">
      <dsp:nvSpPr>
        <dsp:cNvPr id="0" name=""/>
        <dsp:cNvSpPr/>
      </dsp:nvSpPr>
      <dsp:spPr>
        <a:xfrm>
          <a:off x="6562494" y="3045465"/>
          <a:ext cx="2174490" cy="13046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Combined filtering</a:t>
          </a:r>
        </a:p>
      </dsp:txBody>
      <dsp:txXfrm>
        <a:off x="6562494" y="3045465"/>
        <a:ext cx="2174490" cy="130469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C17572-1E76-4801-AE76-04387542DAF8}">
      <dsp:nvSpPr>
        <dsp:cNvPr id="0" name=""/>
        <dsp:cNvSpPr/>
      </dsp:nvSpPr>
      <dsp:spPr>
        <a:xfrm>
          <a:off x="0" y="17959"/>
          <a:ext cx="6666833" cy="61425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Frontend (Streamlit)</a:t>
          </a:r>
        </a:p>
      </dsp:txBody>
      <dsp:txXfrm>
        <a:off x="29985" y="47944"/>
        <a:ext cx="6606863" cy="554280"/>
      </dsp:txXfrm>
    </dsp:sp>
    <dsp:sp modelId="{5DDA4175-8B56-42AE-9914-BEA05E23B751}">
      <dsp:nvSpPr>
        <dsp:cNvPr id="0" name=""/>
        <dsp:cNvSpPr/>
      </dsp:nvSpPr>
      <dsp:spPr>
        <a:xfrm>
          <a:off x="0" y="704209"/>
          <a:ext cx="6666833" cy="614250"/>
        </a:xfrm>
        <a:prstGeom prst="roundRect">
          <a:avLst/>
        </a:prstGeom>
        <a:gradFill rotWithShape="0">
          <a:gsLst>
            <a:gs pos="0">
              <a:schemeClr val="accent5">
                <a:hueOff val="-1736021"/>
                <a:satOff val="-118"/>
                <a:lumOff val="28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736021"/>
                <a:satOff val="-118"/>
                <a:lumOff val="28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736021"/>
                <a:satOff val="-118"/>
                <a:lumOff val="28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↓</a:t>
          </a:r>
        </a:p>
      </dsp:txBody>
      <dsp:txXfrm>
        <a:off x="29985" y="734194"/>
        <a:ext cx="6606863" cy="554280"/>
      </dsp:txXfrm>
    </dsp:sp>
    <dsp:sp modelId="{F0E0F800-C042-4D78-B8FE-3A9570411A0D}">
      <dsp:nvSpPr>
        <dsp:cNvPr id="0" name=""/>
        <dsp:cNvSpPr/>
      </dsp:nvSpPr>
      <dsp:spPr>
        <a:xfrm>
          <a:off x="0" y="1390459"/>
          <a:ext cx="6666833" cy="614250"/>
        </a:xfrm>
        <a:prstGeom prst="roundRect">
          <a:avLst/>
        </a:prstGeom>
        <a:gradFill rotWithShape="0">
          <a:gsLst>
            <a:gs pos="0">
              <a:schemeClr val="accent5">
                <a:hueOff val="-3472043"/>
                <a:satOff val="-236"/>
                <a:lumOff val="56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472043"/>
                <a:satOff val="-236"/>
                <a:lumOff val="56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472043"/>
                <a:satOff val="-236"/>
                <a:lumOff val="56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Backend API (Flask)</a:t>
          </a:r>
        </a:p>
      </dsp:txBody>
      <dsp:txXfrm>
        <a:off x="29985" y="1420444"/>
        <a:ext cx="6606863" cy="554280"/>
      </dsp:txXfrm>
    </dsp:sp>
    <dsp:sp modelId="{5265EE16-1759-4BD0-864F-81FEAEB1A057}">
      <dsp:nvSpPr>
        <dsp:cNvPr id="0" name=""/>
        <dsp:cNvSpPr/>
      </dsp:nvSpPr>
      <dsp:spPr>
        <a:xfrm>
          <a:off x="0" y="2076710"/>
          <a:ext cx="6666833" cy="614250"/>
        </a:xfrm>
        <a:prstGeom prst="roundRect">
          <a:avLst/>
        </a:prstGeom>
        <a:gradFill rotWithShape="0">
          <a:gsLst>
            <a:gs pos="0">
              <a:schemeClr val="accent5">
                <a:hueOff val="-5208064"/>
                <a:satOff val="-354"/>
                <a:lumOff val="84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5208064"/>
                <a:satOff val="-354"/>
                <a:lumOff val="84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5208064"/>
                <a:satOff val="-354"/>
                <a:lumOff val="84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↓    ↓    ↓</a:t>
          </a:r>
        </a:p>
      </dsp:txBody>
      <dsp:txXfrm>
        <a:off x="29985" y="2106695"/>
        <a:ext cx="6606863" cy="554280"/>
      </dsp:txXfrm>
    </dsp:sp>
    <dsp:sp modelId="{9AB0F9F3-32DB-479F-B3C4-4E8819D97EAE}">
      <dsp:nvSpPr>
        <dsp:cNvPr id="0" name=""/>
        <dsp:cNvSpPr/>
      </dsp:nvSpPr>
      <dsp:spPr>
        <a:xfrm>
          <a:off x="0" y="2762960"/>
          <a:ext cx="6666833" cy="614250"/>
        </a:xfrm>
        <a:prstGeom prst="roundRect">
          <a:avLst/>
        </a:prstGeom>
        <a:gradFill rotWithShape="0">
          <a:gsLst>
            <a:gs pos="0">
              <a:schemeClr val="accent5">
                <a:hueOff val="-6944086"/>
                <a:satOff val="-472"/>
                <a:lumOff val="112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944086"/>
                <a:satOff val="-472"/>
                <a:lumOff val="112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944086"/>
                <a:satOff val="-472"/>
                <a:lumOff val="112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Categorization   Reporting   Bulk Processing</a:t>
          </a:r>
        </a:p>
      </dsp:txBody>
      <dsp:txXfrm>
        <a:off x="29985" y="2792945"/>
        <a:ext cx="6606863" cy="554280"/>
      </dsp:txXfrm>
    </dsp:sp>
    <dsp:sp modelId="{F9BA713F-5D9F-4A2E-8DDA-BD4C01F0D276}">
      <dsp:nvSpPr>
        <dsp:cNvPr id="0" name=""/>
        <dsp:cNvSpPr/>
      </dsp:nvSpPr>
      <dsp:spPr>
        <a:xfrm>
          <a:off x="0" y="3449210"/>
          <a:ext cx="6666833" cy="614250"/>
        </a:xfrm>
        <a:prstGeom prst="roundRect">
          <a:avLst/>
        </a:prstGeom>
        <a:gradFill rotWithShape="0">
          <a:gsLst>
            <a:gs pos="0">
              <a:schemeClr val="accent5">
                <a:hueOff val="-8680107"/>
                <a:satOff val="-590"/>
                <a:lumOff val="140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680107"/>
                <a:satOff val="-590"/>
                <a:lumOff val="140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680107"/>
                <a:satOff val="-590"/>
                <a:lumOff val="140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Engine           Engine      Engine</a:t>
          </a:r>
        </a:p>
      </dsp:txBody>
      <dsp:txXfrm>
        <a:off x="29985" y="3479195"/>
        <a:ext cx="6606863" cy="554280"/>
      </dsp:txXfrm>
    </dsp:sp>
    <dsp:sp modelId="{15AF706D-88DE-4C82-8EAD-15B75DC3AD13}">
      <dsp:nvSpPr>
        <dsp:cNvPr id="0" name=""/>
        <dsp:cNvSpPr/>
      </dsp:nvSpPr>
      <dsp:spPr>
        <a:xfrm>
          <a:off x="0" y="4135460"/>
          <a:ext cx="6666833" cy="614250"/>
        </a:xfrm>
        <a:prstGeom prst="roundRect">
          <a:avLst/>
        </a:prstGeom>
        <a:gradFill rotWithShape="0">
          <a:gsLst>
            <a:gs pos="0">
              <a:schemeClr val="accent5">
                <a:hueOff val="-10416129"/>
                <a:satOff val="-708"/>
                <a:lumOff val="16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0416129"/>
                <a:satOff val="-708"/>
                <a:lumOff val="16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0416129"/>
                <a:satOff val="-708"/>
                <a:lumOff val="16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↓            ↓           ↓</a:t>
          </a:r>
        </a:p>
      </dsp:txBody>
      <dsp:txXfrm>
        <a:off x="29985" y="4165445"/>
        <a:ext cx="6606863" cy="554280"/>
      </dsp:txXfrm>
    </dsp:sp>
    <dsp:sp modelId="{AED4871D-4A84-4A52-802C-28FF9266104A}">
      <dsp:nvSpPr>
        <dsp:cNvPr id="0" name=""/>
        <dsp:cNvSpPr/>
      </dsp:nvSpPr>
      <dsp:spPr>
        <a:xfrm>
          <a:off x="0" y="4821709"/>
          <a:ext cx="6666833" cy="61425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Database (SQLite) with Enhanced Schema</a:t>
          </a:r>
        </a:p>
      </dsp:txBody>
      <dsp:txXfrm>
        <a:off x="29985" y="4851694"/>
        <a:ext cx="6606863" cy="55428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6DDAE2-B7D9-462E-B0FC-9C48B255AFEC}">
      <dsp:nvSpPr>
        <dsp:cNvPr id="0" name=""/>
        <dsp:cNvSpPr/>
      </dsp:nvSpPr>
      <dsp:spPr>
        <a:xfrm>
          <a:off x="282221" y="368029"/>
          <a:ext cx="1371985" cy="13719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212F53-A92D-4716-8CCC-7F4F02DB736C}">
      <dsp:nvSpPr>
        <dsp:cNvPr id="0" name=""/>
        <dsp:cNvSpPr/>
      </dsp:nvSpPr>
      <dsp:spPr>
        <a:xfrm>
          <a:off x="570337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3D53DB-EFEC-423D-9A7F-1D84B54B7403}">
      <dsp:nvSpPr>
        <dsp:cNvPr id="0" name=""/>
        <dsp:cNvSpPr/>
      </dsp:nvSpPr>
      <dsp:spPr>
        <a:xfrm>
          <a:off x="1948202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AI Categorization Engine: NLTK-based processing</a:t>
          </a:r>
        </a:p>
      </dsp:txBody>
      <dsp:txXfrm>
        <a:off x="1948202" y="368029"/>
        <a:ext cx="3233964" cy="1371985"/>
      </dsp:txXfrm>
    </dsp:sp>
    <dsp:sp modelId="{5B4E76CE-6142-4F06-976F-8835BDE9CF0F}">
      <dsp:nvSpPr>
        <dsp:cNvPr id="0" name=""/>
        <dsp:cNvSpPr/>
      </dsp:nvSpPr>
      <dsp:spPr>
        <a:xfrm>
          <a:off x="5745661" y="368029"/>
          <a:ext cx="1371985" cy="13719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9DE963-70BB-4EF0-B037-45C15A7DD856}">
      <dsp:nvSpPr>
        <dsp:cNvPr id="0" name=""/>
        <dsp:cNvSpPr/>
      </dsp:nvSpPr>
      <dsp:spPr>
        <a:xfrm>
          <a:off x="6033778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FF85B5-F16F-495A-8C83-1B50AD34602D}">
      <dsp:nvSpPr>
        <dsp:cNvPr id="0" name=""/>
        <dsp:cNvSpPr/>
      </dsp:nvSpPr>
      <dsp:spPr>
        <a:xfrm>
          <a:off x="7411643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Reporting Module: Pandas data analysis</a:t>
          </a:r>
        </a:p>
      </dsp:txBody>
      <dsp:txXfrm>
        <a:off x="7411643" y="368029"/>
        <a:ext cx="3233964" cy="1371985"/>
      </dsp:txXfrm>
    </dsp:sp>
    <dsp:sp modelId="{16670B81-1BEF-4E39-AEB0-82134D24E1A7}">
      <dsp:nvSpPr>
        <dsp:cNvPr id="0" name=""/>
        <dsp:cNvSpPr/>
      </dsp:nvSpPr>
      <dsp:spPr>
        <a:xfrm>
          <a:off x="282221" y="2452790"/>
          <a:ext cx="1371985" cy="137198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09ED26-D394-4C10-BF87-35C586C68B16}">
      <dsp:nvSpPr>
        <dsp:cNvPr id="0" name=""/>
        <dsp:cNvSpPr/>
      </dsp:nvSpPr>
      <dsp:spPr>
        <a:xfrm>
          <a:off x="570337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A55701-D0CE-4C11-AB48-A1D5BB52CE2E}">
      <dsp:nvSpPr>
        <dsp:cNvPr id="0" name=""/>
        <dsp:cNvSpPr/>
      </dsp:nvSpPr>
      <dsp:spPr>
        <a:xfrm>
          <a:off x="1948202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Bulk Processing: CSV handling and validation</a:t>
          </a:r>
        </a:p>
      </dsp:txBody>
      <dsp:txXfrm>
        <a:off x="1948202" y="2452790"/>
        <a:ext cx="3233964" cy="1371985"/>
      </dsp:txXfrm>
    </dsp:sp>
    <dsp:sp modelId="{6B92FBD2-8BA7-4FF2-8E5A-98B3BAE67F69}">
      <dsp:nvSpPr>
        <dsp:cNvPr id="0" name=""/>
        <dsp:cNvSpPr/>
      </dsp:nvSpPr>
      <dsp:spPr>
        <a:xfrm>
          <a:off x="5745661" y="2452790"/>
          <a:ext cx="1371985" cy="137198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FEEDC5-9386-449E-8DD1-4AFAF424E9C3}">
      <dsp:nvSpPr>
        <dsp:cNvPr id="0" name=""/>
        <dsp:cNvSpPr/>
      </dsp:nvSpPr>
      <dsp:spPr>
        <a:xfrm>
          <a:off x="6033778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2CE4C3-2AC6-46C5-B25E-5D7200D1D315}">
      <dsp:nvSpPr>
        <dsp:cNvPr id="0" name=""/>
        <dsp:cNvSpPr/>
      </dsp:nvSpPr>
      <dsp:spPr>
        <a:xfrm>
          <a:off x="7411643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Visualization Engine: Plotly chart generation</a:t>
          </a:r>
        </a:p>
      </dsp:txBody>
      <dsp:txXfrm>
        <a:off x="7411643" y="2452790"/>
        <a:ext cx="3233964" cy="137198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E1FFB4-2E96-4919-BF31-61D529590E52}">
      <dsp:nvSpPr>
        <dsp:cNvPr id="0" name=""/>
        <dsp:cNvSpPr/>
      </dsp:nvSpPr>
      <dsp:spPr>
        <a:xfrm>
          <a:off x="898829" y="288"/>
          <a:ext cx="1001496" cy="100149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5F1A26-DD35-4363-90BE-D9098353041D}">
      <dsp:nvSpPr>
        <dsp:cNvPr id="0" name=""/>
        <dsp:cNvSpPr/>
      </dsp:nvSpPr>
      <dsp:spPr>
        <a:xfrm>
          <a:off x="1112262" y="213721"/>
          <a:ext cx="574628" cy="57462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E5E9E6-7E35-4523-B777-FBC3AF061A81}">
      <dsp:nvSpPr>
        <dsp:cNvPr id="0" name=""/>
        <dsp:cNvSpPr/>
      </dsp:nvSpPr>
      <dsp:spPr>
        <a:xfrm>
          <a:off x="578678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Reports Features:</a:t>
          </a:r>
        </a:p>
      </dsp:txBody>
      <dsp:txXfrm>
        <a:off x="578678" y="1313725"/>
        <a:ext cx="1641796" cy="656718"/>
      </dsp:txXfrm>
    </dsp:sp>
    <dsp:sp modelId="{EC2A2EBD-31B3-415B-B60C-2A59953A460B}">
      <dsp:nvSpPr>
        <dsp:cNvPr id="0" name=""/>
        <dsp:cNvSpPr/>
      </dsp:nvSpPr>
      <dsp:spPr>
        <a:xfrm>
          <a:off x="2827940" y="288"/>
          <a:ext cx="1001496" cy="100149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DA24AC-51EE-4450-BABF-33A859E86CB9}">
      <dsp:nvSpPr>
        <dsp:cNvPr id="0" name=""/>
        <dsp:cNvSpPr/>
      </dsp:nvSpPr>
      <dsp:spPr>
        <a:xfrm>
          <a:off x="3041374" y="213721"/>
          <a:ext cx="574628" cy="57462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AECE90-3DA9-4E70-8ADC-D09CE074FD1B}">
      <dsp:nvSpPr>
        <dsp:cNvPr id="0" name=""/>
        <dsp:cNvSpPr/>
      </dsp:nvSpPr>
      <dsp:spPr>
        <a:xfrm>
          <a:off x="2507790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Monthly Trend Charts: Income vs expense visualization</a:t>
          </a:r>
        </a:p>
      </dsp:txBody>
      <dsp:txXfrm>
        <a:off x="2507790" y="1313725"/>
        <a:ext cx="1641796" cy="656718"/>
      </dsp:txXfrm>
    </dsp:sp>
    <dsp:sp modelId="{C891E4F1-A76F-4159-82CC-9AA5AFF2275D}">
      <dsp:nvSpPr>
        <dsp:cNvPr id="0" name=""/>
        <dsp:cNvSpPr/>
      </dsp:nvSpPr>
      <dsp:spPr>
        <a:xfrm>
          <a:off x="4757051" y="288"/>
          <a:ext cx="1001496" cy="100149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87EA1A-2E8A-4204-A5AE-5E87EFB2C49D}">
      <dsp:nvSpPr>
        <dsp:cNvPr id="0" name=""/>
        <dsp:cNvSpPr/>
      </dsp:nvSpPr>
      <dsp:spPr>
        <a:xfrm>
          <a:off x="4970485" y="213721"/>
          <a:ext cx="574628" cy="57462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DDDD7F-73A8-4729-A9EA-EC9C593A7EE0}">
      <dsp:nvSpPr>
        <dsp:cNvPr id="0" name=""/>
        <dsp:cNvSpPr/>
      </dsp:nvSpPr>
      <dsp:spPr>
        <a:xfrm>
          <a:off x="4436901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Category Breakdown: Detailed spending analysis</a:t>
          </a:r>
        </a:p>
      </dsp:txBody>
      <dsp:txXfrm>
        <a:off x="4436901" y="1313725"/>
        <a:ext cx="1641796" cy="656718"/>
      </dsp:txXfrm>
    </dsp:sp>
    <dsp:sp modelId="{41D4F278-6531-4775-876B-9BE6981E43FC}">
      <dsp:nvSpPr>
        <dsp:cNvPr id="0" name=""/>
        <dsp:cNvSpPr/>
      </dsp:nvSpPr>
      <dsp:spPr>
        <a:xfrm>
          <a:off x="6686163" y="288"/>
          <a:ext cx="1001496" cy="100149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2C2FBD-F92C-4662-A2AC-88784BDC6049}">
      <dsp:nvSpPr>
        <dsp:cNvPr id="0" name=""/>
        <dsp:cNvSpPr/>
      </dsp:nvSpPr>
      <dsp:spPr>
        <a:xfrm>
          <a:off x="6899596" y="213721"/>
          <a:ext cx="574628" cy="57462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2DEFB8-EA1D-45D0-B34F-2281341D03D2}">
      <dsp:nvSpPr>
        <dsp:cNvPr id="0" name=""/>
        <dsp:cNvSpPr/>
      </dsp:nvSpPr>
      <dsp:spPr>
        <a:xfrm>
          <a:off x="6366012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Time Period Selection: Flexible reporting ranges</a:t>
          </a:r>
        </a:p>
      </dsp:txBody>
      <dsp:txXfrm>
        <a:off x="6366012" y="1313725"/>
        <a:ext cx="1641796" cy="656718"/>
      </dsp:txXfrm>
    </dsp:sp>
    <dsp:sp modelId="{837EADE4-D9EC-4F8F-9669-03BA23304594}">
      <dsp:nvSpPr>
        <dsp:cNvPr id="0" name=""/>
        <dsp:cNvSpPr/>
      </dsp:nvSpPr>
      <dsp:spPr>
        <a:xfrm>
          <a:off x="8615274" y="288"/>
          <a:ext cx="1001496" cy="100149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301160-BA41-4093-A68F-05BEB0DB99DC}">
      <dsp:nvSpPr>
        <dsp:cNvPr id="0" name=""/>
        <dsp:cNvSpPr/>
      </dsp:nvSpPr>
      <dsp:spPr>
        <a:xfrm>
          <a:off x="8828708" y="213721"/>
          <a:ext cx="574628" cy="57462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FE7E4A-2CE3-4F47-A76A-F48ED33CD3B3}">
      <dsp:nvSpPr>
        <dsp:cNvPr id="0" name=""/>
        <dsp:cNvSpPr/>
      </dsp:nvSpPr>
      <dsp:spPr>
        <a:xfrm>
          <a:off x="8295124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Savings Rate Calculation: Financial health metrics</a:t>
          </a:r>
        </a:p>
      </dsp:txBody>
      <dsp:txXfrm>
        <a:off x="8295124" y="1313725"/>
        <a:ext cx="1641796" cy="656718"/>
      </dsp:txXfrm>
    </dsp:sp>
    <dsp:sp modelId="{7FE7B994-AABB-417D-B526-FBE8FCF00580}">
      <dsp:nvSpPr>
        <dsp:cNvPr id="0" name=""/>
        <dsp:cNvSpPr/>
      </dsp:nvSpPr>
      <dsp:spPr>
        <a:xfrm>
          <a:off x="4757051" y="2380893"/>
          <a:ext cx="1001496" cy="100149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9B1737-9052-4E24-BEC1-429C2AFA0073}">
      <dsp:nvSpPr>
        <dsp:cNvPr id="0" name=""/>
        <dsp:cNvSpPr/>
      </dsp:nvSpPr>
      <dsp:spPr>
        <a:xfrm>
          <a:off x="4970485" y="2594327"/>
          <a:ext cx="574628" cy="574628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9DF61E-3141-40AF-866C-68DF359CEA85}">
      <dsp:nvSpPr>
        <dsp:cNvPr id="0" name=""/>
        <dsp:cNvSpPr/>
      </dsp:nvSpPr>
      <dsp:spPr>
        <a:xfrm>
          <a:off x="4436901" y="3694331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Export-Ready Data: Clean, formatted tables</a:t>
          </a:r>
        </a:p>
      </dsp:txBody>
      <dsp:txXfrm>
        <a:off x="4436901" y="3694331"/>
        <a:ext cx="1641796" cy="65671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E937D5-3259-48C0-9D3F-57926864A431}">
      <dsp:nvSpPr>
        <dsp:cNvPr id="0" name=""/>
        <dsp:cNvSpPr/>
      </dsp:nvSpPr>
      <dsp:spPr>
        <a:xfrm>
          <a:off x="0" y="576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CD1B0A-B917-4097-873D-D902A02EEF53}">
      <dsp:nvSpPr>
        <dsp:cNvPr id="0" name=""/>
        <dsp:cNvSpPr/>
      </dsp:nvSpPr>
      <dsp:spPr>
        <a:xfrm>
          <a:off x="0" y="576"/>
          <a:ext cx="10515600" cy="4719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🚫 API Failure Recovery: Local calculations as fallback</a:t>
          </a:r>
        </a:p>
      </dsp:txBody>
      <dsp:txXfrm>
        <a:off x="0" y="576"/>
        <a:ext cx="10515600" cy="471997"/>
      </dsp:txXfrm>
    </dsp:sp>
    <dsp:sp modelId="{618B876E-A1BF-4523-9B35-AD2E183777B1}">
      <dsp:nvSpPr>
        <dsp:cNvPr id="0" name=""/>
        <dsp:cNvSpPr/>
      </dsp:nvSpPr>
      <dsp:spPr>
        <a:xfrm>
          <a:off x="0" y="47257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C702CF-E09D-4E68-8C02-4B87E30E028B}">
      <dsp:nvSpPr>
        <dsp:cNvPr id="0" name=""/>
        <dsp:cNvSpPr/>
      </dsp:nvSpPr>
      <dsp:spPr>
        <a:xfrm>
          <a:off x="0" y="472574"/>
          <a:ext cx="10515600" cy="4719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⚠️ Input Validation: Comprehensive form validation</a:t>
          </a:r>
        </a:p>
      </dsp:txBody>
      <dsp:txXfrm>
        <a:off x="0" y="472574"/>
        <a:ext cx="10515600" cy="471997"/>
      </dsp:txXfrm>
    </dsp:sp>
    <dsp:sp modelId="{B3287416-EEA7-48B2-BC7D-D1A1B634A058}">
      <dsp:nvSpPr>
        <dsp:cNvPr id="0" name=""/>
        <dsp:cNvSpPr/>
      </dsp:nvSpPr>
      <dsp:spPr>
        <a:xfrm>
          <a:off x="0" y="944572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341A60-905B-408E-BE2B-384969A78404}">
      <dsp:nvSpPr>
        <dsp:cNvPr id="0" name=""/>
        <dsp:cNvSpPr/>
      </dsp:nvSpPr>
      <dsp:spPr>
        <a:xfrm>
          <a:off x="0" y="944572"/>
          <a:ext cx="10515600" cy="4719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🔄 Loading States: User feedback during processing</a:t>
          </a:r>
        </a:p>
      </dsp:txBody>
      <dsp:txXfrm>
        <a:off x="0" y="944572"/>
        <a:ext cx="10515600" cy="471997"/>
      </dsp:txXfrm>
    </dsp:sp>
    <dsp:sp modelId="{7750CB73-2068-443F-91C9-C0D7179CA047}">
      <dsp:nvSpPr>
        <dsp:cNvPr id="0" name=""/>
        <dsp:cNvSpPr/>
      </dsp:nvSpPr>
      <dsp:spPr>
        <a:xfrm>
          <a:off x="0" y="141657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D4E65B-5C25-4076-8570-F0CE47F78064}">
      <dsp:nvSpPr>
        <dsp:cNvPr id="0" name=""/>
        <dsp:cNvSpPr/>
      </dsp:nvSpPr>
      <dsp:spPr>
        <a:xfrm>
          <a:off x="0" y="1416570"/>
          <a:ext cx="10515600" cy="4719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📱 Responsive Design: Mobile-friendly interface</a:t>
          </a:r>
        </a:p>
      </dsp:txBody>
      <dsp:txXfrm>
        <a:off x="0" y="1416570"/>
        <a:ext cx="10515600" cy="471997"/>
      </dsp:txXfrm>
    </dsp:sp>
    <dsp:sp modelId="{8387C486-6FEE-47AC-8769-16E915E94629}">
      <dsp:nvSpPr>
        <dsp:cNvPr id="0" name=""/>
        <dsp:cNvSpPr/>
      </dsp:nvSpPr>
      <dsp:spPr>
        <a:xfrm>
          <a:off x="0" y="1888568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9D1A2F-5B87-4DE6-BE93-CBE31AA27D21}">
      <dsp:nvSpPr>
        <dsp:cNvPr id="0" name=""/>
        <dsp:cNvSpPr/>
      </dsp:nvSpPr>
      <dsp:spPr>
        <a:xfrm>
          <a:off x="0" y="1888568"/>
          <a:ext cx="10515600" cy="4719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💬 Clear Messaging: Success/error notifications</a:t>
          </a:r>
        </a:p>
      </dsp:txBody>
      <dsp:txXfrm>
        <a:off x="0" y="1888568"/>
        <a:ext cx="10515600" cy="471997"/>
      </dsp:txXfrm>
    </dsp:sp>
    <dsp:sp modelId="{F6769124-DDD9-4CF2-AECB-56267874467E}">
      <dsp:nvSpPr>
        <dsp:cNvPr id="0" name=""/>
        <dsp:cNvSpPr/>
      </dsp:nvSpPr>
      <dsp:spPr>
        <a:xfrm>
          <a:off x="0" y="2360565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8A32FE-D463-4343-8950-5310A3366BA3}">
      <dsp:nvSpPr>
        <dsp:cNvPr id="0" name=""/>
        <dsp:cNvSpPr/>
      </dsp:nvSpPr>
      <dsp:spPr>
        <a:xfrm>
          <a:off x="0" y="2360565"/>
          <a:ext cx="10515600" cy="4719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User Experience Features:</a:t>
          </a:r>
        </a:p>
      </dsp:txBody>
      <dsp:txXfrm>
        <a:off x="0" y="2360565"/>
        <a:ext cx="10515600" cy="471997"/>
      </dsp:txXfrm>
    </dsp:sp>
    <dsp:sp modelId="{062A4145-1D8F-4418-994D-F3174780D3A7}">
      <dsp:nvSpPr>
        <dsp:cNvPr id="0" name=""/>
        <dsp:cNvSpPr/>
      </dsp:nvSpPr>
      <dsp:spPr>
        <a:xfrm>
          <a:off x="0" y="283256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E98E17-8324-4F10-B1C0-1C39D48B0DA8}">
      <dsp:nvSpPr>
        <dsp:cNvPr id="0" name=""/>
        <dsp:cNvSpPr/>
      </dsp:nvSpPr>
      <dsp:spPr>
        <a:xfrm>
          <a:off x="0" y="2832563"/>
          <a:ext cx="10515600" cy="4719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Intuitive navigation</a:t>
          </a:r>
        </a:p>
      </dsp:txBody>
      <dsp:txXfrm>
        <a:off x="0" y="2832563"/>
        <a:ext cx="10515600" cy="471997"/>
      </dsp:txXfrm>
    </dsp:sp>
    <dsp:sp modelId="{21222188-02B4-408B-A0EA-6A67C3C1324C}">
      <dsp:nvSpPr>
        <dsp:cNvPr id="0" name=""/>
        <dsp:cNvSpPr/>
      </dsp:nvSpPr>
      <dsp:spPr>
        <a:xfrm>
          <a:off x="0" y="330456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D8F086-490C-4926-B6D6-0EF3305B551A}">
      <dsp:nvSpPr>
        <dsp:cNvPr id="0" name=""/>
        <dsp:cNvSpPr/>
      </dsp:nvSpPr>
      <dsp:spPr>
        <a:xfrm>
          <a:off x="0" y="3304561"/>
          <a:ext cx="10515600" cy="4719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Consistent styling</a:t>
          </a:r>
        </a:p>
      </dsp:txBody>
      <dsp:txXfrm>
        <a:off x="0" y="3304561"/>
        <a:ext cx="10515600" cy="471997"/>
      </dsp:txXfrm>
    </dsp:sp>
    <dsp:sp modelId="{2F4DBA6A-27EB-4C67-9D37-42F74D3FDD35}">
      <dsp:nvSpPr>
        <dsp:cNvPr id="0" name=""/>
        <dsp:cNvSpPr/>
      </dsp:nvSpPr>
      <dsp:spPr>
        <a:xfrm>
          <a:off x="0" y="377655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82F058-62AC-4712-9072-7C012CDC13C5}">
      <dsp:nvSpPr>
        <dsp:cNvPr id="0" name=""/>
        <dsp:cNvSpPr/>
      </dsp:nvSpPr>
      <dsp:spPr>
        <a:xfrm>
          <a:off x="0" y="3776559"/>
          <a:ext cx="10515600" cy="4719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Helpful tooltips</a:t>
          </a:r>
        </a:p>
      </dsp:txBody>
      <dsp:txXfrm>
        <a:off x="0" y="3776559"/>
        <a:ext cx="10515600" cy="471997"/>
      </dsp:txXfrm>
    </dsp:sp>
    <dsp:sp modelId="{A8618059-4573-4611-99D4-7A441ED87D4C}">
      <dsp:nvSpPr>
        <dsp:cNvPr id="0" name=""/>
        <dsp:cNvSpPr/>
      </dsp:nvSpPr>
      <dsp:spPr>
        <a:xfrm>
          <a:off x="0" y="4248557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6E819E-1D9F-4A96-ACA1-C6C6E67BF676}">
      <dsp:nvSpPr>
        <dsp:cNvPr id="0" name=""/>
        <dsp:cNvSpPr/>
      </dsp:nvSpPr>
      <dsp:spPr>
        <a:xfrm>
          <a:off x="0" y="4248557"/>
          <a:ext cx="10515600" cy="4719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Progress indicators</a:t>
          </a:r>
        </a:p>
      </dsp:txBody>
      <dsp:txXfrm>
        <a:off x="0" y="4248557"/>
        <a:ext cx="10515600" cy="471997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44E645-88A1-42F8-83A4-37F5C981CCA5}">
      <dsp:nvSpPr>
        <dsp:cNvPr id="0" name=""/>
        <dsp:cNvSpPr/>
      </dsp:nvSpPr>
      <dsp:spPr>
        <a:xfrm>
          <a:off x="3080" y="587032"/>
          <a:ext cx="2444055" cy="146643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✅ Completed Deliverables:</a:t>
          </a:r>
        </a:p>
      </dsp:txBody>
      <dsp:txXfrm>
        <a:off x="3080" y="587032"/>
        <a:ext cx="2444055" cy="1466433"/>
      </dsp:txXfrm>
    </dsp:sp>
    <dsp:sp modelId="{C4995D5A-45AB-4606-80E0-1F9B31724422}">
      <dsp:nvSpPr>
        <dsp:cNvPr id="0" name=""/>
        <dsp:cNvSpPr/>
      </dsp:nvSpPr>
      <dsp:spPr>
        <a:xfrm>
          <a:off x="2691541" y="587032"/>
          <a:ext cx="2444055" cy="146643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Working AI categorization engine</a:t>
          </a:r>
        </a:p>
      </dsp:txBody>
      <dsp:txXfrm>
        <a:off x="2691541" y="587032"/>
        <a:ext cx="2444055" cy="1466433"/>
      </dsp:txXfrm>
    </dsp:sp>
    <dsp:sp modelId="{6DC4C3BA-6C9E-4467-9B7A-F721EFA5A2F0}">
      <dsp:nvSpPr>
        <dsp:cNvPr id="0" name=""/>
        <dsp:cNvSpPr/>
      </dsp:nvSpPr>
      <dsp:spPr>
        <a:xfrm>
          <a:off x="5380002" y="587032"/>
          <a:ext cx="2444055" cy="146643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Comprehensive reporting system</a:t>
          </a:r>
        </a:p>
      </dsp:txBody>
      <dsp:txXfrm>
        <a:off x="5380002" y="587032"/>
        <a:ext cx="2444055" cy="1466433"/>
      </dsp:txXfrm>
    </dsp:sp>
    <dsp:sp modelId="{4443DB9B-CA21-4A41-8465-24C10AA48ACB}">
      <dsp:nvSpPr>
        <dsp:cNvPr id="0" name=""/>
        <dsp:cNvSpPr/>
      </dsp:nvSpPr>
      <dsp:spPr>
        <a:xfrm>
          <a:off x="8068463" y="587032"/>
          <a:ext cx="2444055" cy="146643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Interactive dashboard with visualizations</a:t>
          </a:r>
        </a:p>
      </dsp:txBody>
      <dsp:txXfrm>
        <a:off x="8068463" y="587032"/>
        <a:ext cx="2444055" cy="1466433"/>
      </dsp:txXfrm>
    </dsp:sp>
    <dsp:sp modelId="{4D951386-B769-470C-B96C-73073F111A8D}">
      <dsp:nvSpPr>
        <dsp:cNvPr id="0" name=""/>
        <dsp:cNvSpPr/>
      </dsp:nvSpPr>
      <dsp:spPr>
        <a:xfrm>
          <a:off x="3080" y="2297871"/>
          <a:ext cx="2444055" cy="146643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Bulk CSV upload functionality</a:t>
          </a:r>
        </a:p>
      </dsp:txBody>
      <dsp:txXfrm>
        <a:off x="3080" y="2297871"/>
        <a:ext cx="2444055" cy="1466433"/>
      </dsp:txXfrm>
    </dsp:sp>
    <dsp:sp modelId="{F45253C7-2B58-4046-A21E-58C26B0C767A}">
      <dsp:nvSpPr>
        <dsp:cNvPr id="0" name=""/>
        <dsp:cNvSpPr/>
      </dsp:nvSpPr>
      <dsp:spPr>
        <a:xfrm>
          <a:off x="2691541" y="2297871"/>
          <a:ext cx="2444055" cy="146643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Advanced filtering and search</a:t>
          </a:r>
        </a:p>
      </dsp:txBody>
      <dsp:txXfrm>
        <a:off x="2691541" y="2297871"/>
        <a:ext cx="2444055" cy="1466433"/>
      </dsp:txXfrm>
    </dsp:sp>
    <dsp:sp modelId="{F392D124-E852-49E0-B1AE-A237D52C0E6B}">
      <dsp:nvSpPr>
        <dsp:cNvPr id="0" name=""/>
        <dsp:cNvSpPr/>
      </dsp:nvSpPr>
      <dsp:spPr>
        <a:xfrm>
          <a:off x="5380002" y="2297871"/>
          <a:ext cx="2444055" cy="146643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Enhanced user interface</a:t>
          </a:r>
        </a:p>
      </dsp:txBody>
      <dsp:txXfrm>
        <a:off x="5380002" y="2297871"/>
        <a:ext cx="2444055" cy="1466433"/>
      </dsp:txXfrm>
    </dsp:sp>
    <dsp:sp modelId="{F65C8149-B670-4A3B-91E4-EFB0332111BE}">
      <dsp:nvSpPr>
        <dsp:cNvPr id="0" name=""/>
        <dsp:cNvSpPr/>
      </dsp:nvSpPr>
      <dsp:spPr>
        <a:xfrm>
          <a:off x="8068463" y="2297871"/>
          <a:ext cx="2444055" cy="146643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Robust error handling</a:t>
          </a:r>
        </a:p>
      </dsp:txBody>
      <dsp:txXfrm>
        <a:off x="8068463" y="2297871"/>
        <a:ext cx="2444055" cy="14664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09FF9A-4FCE-468E-A86A-C9AB525EA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1E12D4-3A88-428D-8E5E-AF1AFD923D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White calculator">
            <a:extLst>
              <a:ext uri="{FF2B5EF4-FFF2-40B4-BE49-F238E27FC236}">
                <a16:creationId xmlns:a16="http://schemas.microsoft.com/office/drawing/2014/main" id="{D966ECA1-AF4B-98EB-210C-10808F6C27F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r="-2" b="15603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914402"/>
            <a:ext cx="10515600" cy="2985923"/>
          </a:xfrm>
        </p:spPr>
        <p:txBody>
          <a:bodyPr>
            <a:normAutofit/>
          </a:bodyPr>
          <a:lstStyle/>
          <a:p>
            <a:r>
              <a:rPr lang="en-US" sz="5200">
                <a:solidFill>
                  <a:srgbClr val="FFFFFF"/>
                </a:solidFill>
              </a:rPr>
              <a:t>Budget wise AI</a:t>
            </a:r>
          </a:p>
          <a:p>
            <a:r>
              <a:rPr lang="en-US" sz="5200">
                <a:solidFill>
                  <a:srgbClr val="FFFFFF"/>
                </a:solidFill>
              </a:rPr>
              <a:t>Based expense</a:t>
            </a:r>
          </a:p>
          <a:p>
            <a:r>
              <a:rPr lang="en-US" sz="5200">
                <a:solidFill>
                  <a:srgbClr val="FFFFFF"/>
                </a:solidFill>
              </a:rPr>
              <a:t>forecasting tool</a:t>
            </a:r>
          </a:p>
          <a:p>
            <a:endParaRPr lang="en-US" sz="5200">
              <a:solidFill>
                <a:srgbClr val="FFFF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4072040"/>
            <a:ext cx="10515600" cy="138431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🚀 MILESTONE 2: Transaction Categorization &amp; Basic Reporting</a:t>
            </a:r>
            <a:endParaRPr lang="en-US">
              <a:solidFill>
                <a:srgbClr val="FFFFFF"/>
              </a:solidFill>
            </a:endParaRPr>
          </a:p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E38F5530-DA31-4B62-8DF9-56A1A3B6B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AEFAF95-013F-4375-AAF4-033AC93F5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8735E28-7236-42D8-A5E1-A0F302FE8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3642881-D4B2-4CC2-A287-0FA0006F3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01C50C6-CC43-4D9E-B2AB-F373712E43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6E7187D-0938-461D-BFC5-89EEF3506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34C951A-9754-438B-9D57-E6B93B6E4C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FCCC8FCE-0563-4147-B2A2-7C81702EB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E68FC26-41A9-4C82-BE7F-E9344CDC4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FBB336D1-2562-4680-B29B-E22C603C0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EED3885-4010-4FBE-A045-DC59CAE78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3D74F45-ED22-46E8-8A8C-85550ED981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F675583-78ED-4BEC-8424-37068227E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9BD9726-207D-4725-AA6E-5147080D5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1A43941-4783-4A0B-9385-1952F9F89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B4806F9C-3233-4FC3-B300-D5AA58A5CD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0E3F9FC-BB7B-433D-8A4F-1BCFA582E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406F394-9D6F-4986-A3AF-6EF16DEDE6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4F98CF1-0C8F-435D-846B-D3C506378F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781ACDD-4A0F-4369-A468-3FEC355F8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BB34D61-E762-4862-9DA8-702D97A362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9DA0D5F-4743-DD47-1BFC-68442402E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5465064" cy="5626947"/>
          </a:xfrm>
          <a:noFill/>
        </p:spPr>
        <p:txBody>
          <a:bodyPr anchor="ctr">
            <a:normAutofit/>
          </a:bodyPr>
          <a:lstStyle/>
          <a:p>
            <a:r>
              <a:rPr lang="en-US" sz="4800">
                <a:solidFill>
                  <a:schemeClr val="bg1"/>
                </a:solidFill>
                <a:ea typeface="+mj-lt"/>
                <a:cs typeface="+mj-lt"/>
              </a:rPr>
              <a:t>Milestone 2 Objectives</a:t>
            </a:r>
            <a:endParaRPr lang="en-US" sz="4800">
              <a:solidFill>
                <a:schemeClr val="bg1"/>
              </a:solidFill>
            </a:endParaRPr>
          </a:p>
          <a:p>
            <a:endParaRPr lang="en-US" sz="480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20F1E-21AC-5050-6AB0-99128318E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2152" y="630936"/>
            <a:ext cx="4978592" cy="56269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>
                <a:solidFill>
                  <a:schemeClr val="bg1"/>
                </a:solidFill>
                <a:ea typeface="+mn-lt"/>
                <a:cs typeface="+mn-lt"/>
              </a:rPr>
              <a:t>High-Level Requirements Achieved:</a:t>
            </a:r>
            <a:endParaRPr lang="en-US" sz="1800">
              <a:solidFill>
                <a:schemeClr val="bg1"/>
              </a:solidFill>
            </a:endParaRPr>
          </a:p>
          <a:p>
            <a:endParaRPr lang="en-US" sz="1800">
              <a:solidFill>
                <a:schemeClr val="bg1"/>
              </a:solidFill>
            </a:endParaRPr>
          </a:p>
          <a:p>
            <a:r>
              <a:rPr lang="en-US" sz="1800">
                <a:solidFill>
                  <a:schemeClr val="bg1"/>
                </a:solidFill>
                <a:ea typeface="+mn-lt"/>
                <a:cs typeface="+mn-lt"/>
              </a:rPr>
              <a:t>✅ Automated AI Categorization using NLTK &amp; keyword matching</a:t>
            </a:r>
            <a:endParaRPr lang="en-US" sz="1800">
              <a:solidFill>
                <a:schemeClr val="bg1"/>
              </a:solidFill>
            </a:endParaRPr>
          </a:p>
          <a:p>
            <a:endParaRPr lang="en-US" sz="1800">
              <a:solidFill>
                <a:schemeClr val="bg1"/>
              </a:solidFill>
            </a:endParaRPr>
          </a:p>
          <a:p>
            <a:r>
              <a:rPr lang="en-US" sz="1800">
                <a:solidFill>
                  <a:schemeClr val="bg1"/>
                </a:solidFill>
                <a:ea typeface="+mn-lt"/>
                <a:cs typeface="+mn-lt"/>
              </a:rPr>
              <a:t>✅ Manual Category Override functionality</a:t>
            </a:r>
            <a:endParaRPr lang="en-US" sz="1800">
              <a:solidFill>
                <a:schemeClr val="bg1"/>
              </a:solidFill>
            </a:endParaRPr>
          </a:p>
          <a:p>
            <a:endParaRPr lang="en-US" sz="1800">
              <a:solidFill>
                <a:schemeClr val="bg1"/>
              </a:solidFill>
            </a:endParaRPr>
          </a:p>
          <a:p>
            <a:r>
              <a:rPr lang="en-US" sz="1800">
                <a:solidFill>
                  <a:schemeClr val="bg1"/>
                </a:solidFill>
                <a:ea typeface="+mn-lt"/>
                <a:cs typeface="+mn-lt"/>
              </a:rPr>
              <a:t>✅ Spending Summary Reports by category</a:t>
            </a:r>
            <a:endParaRPr lang="en-US" sz="1800">
              <a:solidFill>
                <a:schemeClr val="bg1"/>
              </a:solidFill>
            </a:endParaRPr>
          </a:p>
          <a:p>
            <a:endParaRPr lang="en-US" sz="1800">
              <a:solidFill>
                <a:schemeClr val="bg1"/>
              </a:solidFill>
            </a:endParaRPr>
          </a:p>
          <a:p>
            <a:r>
              <a:rPr lang="en-US" sz="1800">
                <a:solidFill>
                  <a:schemeClr val="bg1"/>
                </a:solidFill>
                <a:ea typeface="+mn-lt"/>
                <a:cs typeface="+mn-lt"/>
              </a:rPr>
              <a:t>✅ Monthly Income vs Expense summaries</a:t>
            </a:r>
            <a:endParaRPr lang="en-US" sz="1800">
              <a:solidFill>
                <a:schemeClr val="bg1"/>
              </a:solidFill>
            </a:endParaRPr>
          </a:p>
          <a:p>
            <a:endParaRPr lang="en-US" sz="1800">
              <a:solidFill>
                <a:schemeClr val="bg1"/>
              </a:solidFill>
            </a:endParaRPr>
          </a:p>
          <a:p>
            <a:r>
              <a:rPr lang="en-US" sz="1800">
                <a:solidFill>
                  <a:schemeClr val="bg1"/>
                </a:solidFill>
                <a:ea typeface="+mn-lt"/>
                <a:cs typeface="+mn-lt"/>
              </a:rPr>
              <a:t>✅ Interactive Dashboard with visualizations</a:t>
            </a:r>
            <a:endParaRPr lang="en-US" sz="1800">
              <a:solidFill>
                <a:schemeClr val="bg1"/>
              </a:solidFill>
            </a:endParaRPr>
          </a:p>
          <a:p>
            <a:endParaRPr lang="en-US" sz="1800">
              <a:solidFill>
                <a:schemeClr val="bg1"/>
              </a:solidFill>
            </a:endParaRPr>
          </a:p>
          <a:p>
            <a:r>
              <a:rPr lang="en-US" sz="1800">
                <a:solidFill>
                  <a:schemeClr val="bg1"/>
                </a:solidFill>
                <a:ea typeface="+mn-lt"/>
                <a:cs typeface="+mn-lt"/>
              </a:rPr>
              <a:t>✅ CSV Bulk Upload with auto-categorization</a:t>
            </a:r>
            <a:endParaRPr lang="en-US" sz="1800">
              <a:solidFill>
                <a:schemeClr val="bg1"/>
              </a:solidFill>
            </a:endParaRPr>
          </a:p>
          <a:p>
            <a:endParaRPr lang="en-US" sz="1800">
              <a:solidFill>
                <a:schemeClr val="bg1"/>
              </a:solidFill>
            </a:endParaRPr>
          </a:p>
          <a:p>
            <a:endParaRPr lang="en-US" sz="1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7624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882E580-D21D-5441-82A6-48E12617D2A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3278" r="9085" b="-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F1216C-3267-29BB-3E71-B65C101D1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AI-Powered Categorization Engine</a:t>
            </a:r>
            <a:endParaRPr lang="en-US"/>
          </a:p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333D616-6603-E7E3-FB97-9E9671E188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415980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10329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AC2C2-FE4D-FA3C-CFC0-D452ED283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Categorization Technology Stack</a:t>
            </a:r>
            <a:endParaRPr lang="en-US"/>
          </a:p>
          <a:p>
            <a:endParaRPr lang="en-US"/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8AB646F9-C58B-A323-E4A6-C1830471561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030007"/>
          <a:ext cx="10515600" cy="54495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07994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B6B91C0-2B56-61E6-3C28-CCE33BD13B4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1312" r="9085" b="366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BE5795-8195-B8EE-0722-653D2A379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Reporting &amp; Analytics System</a:t>
            </a:r>
            <a:endParaRPr lang="en-US"/>
          </a:p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A58E6E3-977A-3982-D30A-DDC35E308A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02241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73238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3000"/>
                <a:satMod val="150000"/>
                <a:shade val="98000"/>
                <a:lumMod val="102000"/>
              </a:schemeClr>
            </a:gs>
            <a:gs pos="50000">
              <a:schemeClr val="bg2">
                <a:tint val="98000"/>
                <a:satMod val="130000"/>
                <a:shade val="90000"/>
                <a:lumMod val="103000"/>
              </a:schemeClr>
            </a:gs>
            <a:gs pos="100000">
              <a:schemeClr val="bg2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AA24DE7-C336-4994-8C52-D9B3F3D0F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3311" y="953311"/>
            <a:ext cx="10603149" cy="5263867"/>
          </a:xfrm>
          <a:prstGeom prst="roundRect">
            <a:avLst>
              <a:gd name="adj" fmla="val 1566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3A4D45-95B6-4D32-D841-CFFBAB92E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640080"/>
            <a:ext cx="2752354" cy="2709275"/>
          </a:xfrm>
          <a:prstGeom prst="rect">
            <a:avLst/>
          </a:prstGeom>
          <a:solidFill>
            <a:srgbClr val="543C45"/>
          </a:solidFill>
          <a:ln>
            <a:solidFill>
              <a:srgbClr val="543C45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Dashboard Implementation</a:t>
            </a:r>
          </a:p>
          <a:p>
            <a:pPr algn="ctr"/>
            <a:endParaRPr lang="en-US" sz="28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Content Placeholder 3" descr="A screenshot of a black and white screen&#10;&#10;AI-generated content may be incorrect.">
            <a:extLst>
              <a:ext uri="{FF2B5EF4-FFF2-40B4-BE49-F238E27FC236}">
                <a16:creationId xmlns:a16="http://schemas.microsoft.com/office/drawing/2014/main" id="{D79A205D-E162-7BA5-0C72-CF3D4E8F34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10665" y="1731097"/>
            <a:ext cx="6804078" cy="370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026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F54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18DEF5EE-68CA-6846-BB33-F3D1DFDBAF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084410"/>
            <a:ext cx="10905066" cy="4689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459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EBF0E39-9981-42F1-7C6C-31313713FA8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9092" t="4760" r="-7" b="1862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826E1A-311D-6D08-76CF-922554A6A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Bulk Upload System</a:t>
            </a:r>
            <a:endParaRPr lang="en-US"/>
          </a:p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319B4DB-C8DD-A2D0-5783-A718BDCF2F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852650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143938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2D0A6-919C-F9BD-078F-8B915E8A1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41711"/>
            <a:ext cx="3406877" cy="34743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/>
              <a:t>Bulk Upload System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92712F8-36FA-35DF-0CE8-4098D9332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507BF8D-5380-B4B7-7012-BFCD4B392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079" y="871147"/>
            <a:ext cx="3360174" cy="4540775"/>
          </a:xfrm>
          <a:prstGeom prst="rect">
            <a:avLst/>
          </a:prstGeom>
        </p:spPr>
      </p:pic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9984D9C-16B8-A349-5E0A-FD877A0A8C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168261" y="871147"/>
            <a:ext cx="3360174" cy="4294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276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6F0705E-307D-1FB5-2672-DDD6FE1F840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3565" t="7377" r="-2" b="222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176EB2-1110-8683-B8ED-0F7007290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Advanced Filtering &amp; Search</a:t>
            </a:r>
            <a:endParaRPr lang="en-US"/>
          </a:p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BD6358F-41C4-4E8E-F37B-DB7D944795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988136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3476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914257E-1E2A-4AC7-89EC-1FB65C9C0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3E1C8F1-97F5-489C-8308-958F09657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794A55-2722-ACA3-D51C-35F4171BC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1" y="509587"/>
            <a:ext cx="7649239" cy="7429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Advanced Filtering &amp; Search</a:t>
            </a:r>
          </a:p>
          <a:p>
            <a:endParaRPr lang="en-US" sz="3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899FA2E-C894-96B4-A149-BB932C9AE1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1292" y="2072640"/>
            <a:ext cx="10517540" cy="4128135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EB62645-D4DA-4E99-8344-B1536F63D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428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D4E9D7-72AC-9378-1519-B7414EA49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Technical Architecture - Milestone 2</a:t>
            </a:r>
            <a:endParaRPr lang="en-US" sz="4000">
              <a:solidFill>
                <a:srgbClr val="FFFFFF"/>
              </a:solidFill>
            </a:endParaRPr>
          </a:p>
          <a:p>
            <a:pPr algn="r"/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32" name="Content Placeholder 2">
            <a:extLst>
              <a:ext uri="{FF2B5EF4-FFF2-40B4-BE49-F238E27FC236}">
                <a16:creationId xmlns:a16="http://schemas.microsoft.com/office/drawing/2014/main" id="{4D70E60C-1C5D-96A5-F38D-099993D680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6605547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624868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3965194-E0DF-7224-C54D-794E366CF6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188378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307670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38F5530-DA31-4B62-8DF9-56A1A3B6B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EFAF95-013F-4375-AAF4-033AC93F5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8735E28-7236-42D8-A5E1-A0F302FE8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3642881-D4B2-4CC2-A287-0FA0006F3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01C50C6-CC43-4D9E-B2AB-F373712E43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6E7187D-0938-461D-BFC5-89EEF3506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34C951A-9754-438B-9D57-E6B93B6E4C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CCC8FCE-0563-4147-B2A2-7C81702EB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E68FC26-41A9-4C82-BE7F-E9344CDC4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FBB336D1-2562-4680-B29B-E22C603C0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EED3885-4010-4FBE-A045-DC59CAE78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3D74F45-ED22-46E8-8A8C-85550ED981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F675583-78ED-4BEC-8424-37068227E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9BD9726-207D-4725-AA6E-5147080D5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1A43941-4783-4A0B-9385-1952F9F89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B4806F9C-3233-4FC3-B300-D5AA58A5CD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0E3F9FC-BB7B-433D-8A4F-1BCFA582E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406F394-9D6F-4986-A3AF-6EF16DEDE6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4F98CF1-0C8F-435D-846B-D3C506378F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781ACDD-4A0F-4369-A468-3FEC355F8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BB34D61-E762-4862-9DA8-702D97A362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5398E3-71BB-E161-3AE9-40BC04AAD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5465064" cy="5626947"/>
          </a:xfrm>
          <a:noFill/>
        </p:spPr>
        <p:txBody>
          <a:bodyPr anchor="ctr">
            <a:normAutofit/>
          </a:bodyPr>
          <a:lstStyle/>
          <a:p>
            <a:r>
              <a:rPr lang="en-US" sz="4800">
                <a:solidFill>
                  <a:schemeClr val="bg1"/>
                </a:solidFill>
                <a:ea typeface="+mj-lt"/>
                <a:cs typeface="+mj-lt"/>
              </a:rPr>
              <a:t>Enhanced Database Schema</a:t>
            </a:r>
            <a:endParaRPr lang="en-US" sz="4800">
              <a:solidFill>
                <a:schemeClr val="bg1"/>
              </a:solidFill>
            </a:endParaRPr>
          </a:p>
          <a:p>
            <a:endParaRPr lang="en-US" sz="480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573D7-7BB2-172E-6651-78B6941B5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2152" y="630936"/>
            <a:ext cx="4978592" cy="56269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>
                <a:solidFill>
                  <a:schemeClr val="bg1"/>
                </a:solidFill>
                <a:ea typeface="+mn-lt"/>
                <a:cs typeface="+mn-lt"/>
              </a:rPr>
              <a:t>New Tables &amp; Enhancements:</a:t>
            </a:r>
            <a:endParaRPr lang="en-US" sz="1800">
              <a:solidFill>
                <a:schemeClr val="bg1"/>
              </a:solidFill>
            </a:endParaRPr>
          </a:p>
          <a:p>
            <a:endParaRPr lang="en-US" sz="1800">
              <a:solidFill>
                <a:schemeClr val="bg1"/>
              </a:solidFill>
            </a:endParaRPr>
          </a:p>
          <a:p>
            <a:r>
              <a:rPr lang="en-US" sz="1800">
                <a:solidFill>
                  <a:schemeClr val="bg1"/>
                </a:solidFill>
                <a:ea typeface="+mn-lt"/>
                <a:cs typeface="+mn-lt"/>
              </a:rPr>
              <a:t>sql</a:t>
            </a:r>
            <a:endParaRPr lang="en-US" sz="1800">
              <a:solidFill>
                <a:schemeClr val="bg1"/>
              </a:solidFill>
            </a:endParaRPr>
          </a:p>
          <a:p>
            <a:r>
              <a:rPr lang="en-US" sz="1800">
                <a:solidFill>
                  <a:schemeClr val="bg1"/>
                </a:solidFill>
                <a:ea typeface="+mn-lt"/>
                <a:cs typeface="+mn-lt"/>
              </a:rPr>
              <a:t>CATEGORIES Table:</a:t>
            </a:r>
            <a:endParaRPr lang="en-US" sz="1800">
              <a:solidFill>
                <a:schemeClr val="bg1"/>
              </a:solidFill>
            </a:endParaRPr>
          </a:p>
          <a:p>
            <a:r>
              <a:rPr lang="en-US" sz="1800">
                <a:solidFill>
                  <a:schemeClr val="bg1"/>
                </a:solidFill>
                <a:ea typeface="+mn-lt"/>
                <a:cs typeface="+mn-lt"/>
              </a:rPr>
              <a:t>- name, type, keywords (for AI training)</a:t>
            </a:r>
            <a:endParaRPr lang="en-US" sz="1800">
              <a:solidFill>
                <a:schemeClr val="bg1"/>
              </a:solidFill>
            </a:endParaRPr>
          </a:p>
          <a:p>
            <a:endParaRPr lang="en-US" sz="1800">
              <a:solidFill>
                <a:schemeClr val="bg1"/>
              </a:solidFill>
            </a:endParaRPr>
          </a:p>
          <a:p>
            <a:r>
              <a:rPr lang="en-US" sz="1800">
                <a:solidFill>
                  <a:schemeClr val="bg1"/>
                </a:solidFill>
                <a:ea typeface="+mn-lt"/>
                <a:cs typeface="+mn-lt"/>
              </a:rPr>
              <a:t>Enhanced TRANSACTIONS:</a:t>
            </a:r>
            <a:endParaRPr lang="en-US" sz="1800">
              <a:solidFill>
                <a:schemeClr val="bg1"/>
              </a:solidFill>
            </a:endParaRPr>
          </a:p>
          <a:p>
            <a:r>
              <a:rPr lang="en-US" sz="1800">
                <a:solidFill>
                  <a:schemeClr val="bg1"/>
                </a:solidFill>
                <a:ea typeface="+mn-lt"/>
                <a:cs typeface="+mn-lt"/>
              </a:rPr>
              <a:t>- Auto-categorized flag</a:t>
            </a:r>
            <a:endParaRPr lang="en-US" sz="1800">
              <a:solidFill>
                <a:schemeClr val="bg1"/>
              </a:solidFill>
            </a:endParaRPr>
          </a:p>
          <a:p>
            <a:r>
              <a:rPr lang="en-US" sz="1800">
                <a:solidFill>
                  <a:schemeClr val="bg1"/>
                </a:solidFill>
                <a:ea typeface="+mn-lt"/>
                <a:cs typeface="+mn-lt"/>
              </a:rPr>
              <a:t>- Confidence scores</a:t>
            </a:r>
            <a:endParaRPr lang="en-US" sz="1800">
              <a:solidFill>
                <a:schemeClr val="bg1"/>
              </a:solidFill>
            </a:endParaRPr>
          </a:p>
          <a:p>
            <a:r>
              <a:rPr lang="en-US" sz="1800">
                <a:solidFill>
                  <a:schemeClr val="bg1"/>
                </a:solidFill>
                <a:ea typeface="+mn-lt"/>
                <a:cs typeface="+mn-lt"/>
              </a:rPr>
              <a:t>- Improved indexing</a:t>
            </a:r>
            <a:endParaRPr lang="en-US" sz="1800">
              <a:solidFill>
                <a:schemeClr val="bg1"/>
              </a:solidFill>
            </a:endParaRPr>
          </a:p>
          <a:p>
            <a:endParaRPr lang="en-US" sz="1800">
              <a:solidFill>
                <a:schemeClr val="bg1"/>
              </a:solidFill>
            </a:endParaRPr>
          </a:p>
          <a:p>
            <a:r>
              <a:rPr lang="en-US" sz="1800">
                <a:solidFill>
                  <a:schemeClr val="bg1"/>
                </a:solidFill>
                <a:ea typeface="+mn-lt"/>
                <a:cs typeface="+mn-lt"/>
              </a:rPr>
              <a:t>Reporting Views:</a:t>
            </a:r>
            <a:endParaRPr lang="en-US" sz="1800">
              <a:solidFill>
                <a:schemeClr val="bg1"/>
              </a:solidFill>
            </a:endParaRPr>
          </a:p>
          <a:p>
            <a:r>
              <a:rPr lang="en-US" sz="1800">
                <a:solidFill>
                  <a:schemeClr val="bg1"/>
                </a:solidFill>
                <a:ea typeface="+mn-lt"/>
                <a:cs typeface="+mn-lt"/>
              </a:rPr>
              <a:t>- Monthly aggregates</a:t>
            </a:r>
            <a:endParaRPr lang="en-US" sz="1800">
              <a:solidFill>
                <a:schemeClr val="bg1"/>
              </a:solidFill>
            </a:endParaRPr>
          </a:p>
          <a:p>
            <a:r>
              <a:rPr lang="en-US" sz="1800">
                <a:solidFill>
                  <a:schemeClr val="bg1"/>
                </a:solidFill>
                <a:ea typeface="+mn-lt"/>
                <a:cs typeface="+mn-lt"/>
              </a:rPr>
              <a:t>- Category summaries</a:t>
            </a:r>
            <a:endParaRPr lang="en-US" sz="1800">
              <a:solidFill>
                <a:schemeClr val="bg1"/>
              </a:solidFill>
            </a:endParaRPr>
          </a:p>
          <a:p>
            <a:r>
              <a:rPr lang="en-US" sz="1800">
                <a:solidFill>
                  <a:schemeClr val="bg1"/>
                </a:solidFill>
                <a:ea typeface="+mn-lt"/>
                <a:cs typeface="+mn-lt"/>
              </a:rPr>
              <a:t>- User-specific views</a:t>
            </a:r>
            <a:endParaRPr lang="en-US" sz="1800">
              <a:solidFill>
                <a:schemeClr val="bg1"/>
              </a:solidFill>
            </a:endParaRPr>
          </a:p>
          <a:p>
            <a:endParaRPr lang="en-US" sz="1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67536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1600AC-64BE-3BCF-030C-2D09BFD5F84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r="-2" b="626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E27C694-0CBB-48A1-C803-B1C1E3CBF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ea typeface="+mj-lt"/>
                <a:cs typeface="+mj-lt"/>
              </a:rPr>
              <a:t>User Interface - Reports Dashboard</a:t>
            </a:r>
            <a:endParaRPr lang="en-US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57CE2BF-70D8-9E87-B996-8998A17F9F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813578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395150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BC4CC2-9CDC-8F3D-DFED-C69EA2245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Spending Reports &amp; Analytics</a:t>
            </a:r>
          </a:p>
        </p:txBody>
      </p:sp>
      <p:pic>
        <p:nvPicPr>
          <p:cNvPr id="4" name="Content Placeholder 3" descr="A graph on a black background&#10;&#10;AI-generated content may be incorrect.">
            <a:extLst>
              <a:ext uri="{FF2B5EF4-FFF2-40B4-BE49-F238E27FC236}">
                <a16:creationId xmlns:a16="http://schemas.microsoft.com/office/drawing/2014/main" id="{325C9EE1-C708-429D-05F3-2946CCCC9B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2428" y="1261276"/>
            <a:ext cx="7225748" cy="433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3302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B655D6-C596-D1B9-82A2-6565A4D26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Category report</a:t>
            </a:r>
          </a:p>
        </p:txBody>
      </p:sp>
      <p:pic>
        <p:nvPicPr>
          <p:cNvPr id="4" name="Content Placeholder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BAA236D0-8BEE-425D-7870-413D256868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8271" y="1675227"/>
            <a:ext cx="7675458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3515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428C90-BCFD-17B7-7455-9C0FBD7E5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618" y="1239927"/>
            <a:ext cx="4008586" cy="4680583"/>
          </a:xfrm>
        </p:spPr>
        <p:txBody>
          <a:bodyPr anchor="ctr">
            <a:normAutofit/>
          </a:bodyPr>
          <a:lstStyle/>
          <a:p>
            <a:r>
              <a:rPr lang="en-US" sz="4800">
                <a:ea typeface="+mj-lt"/>
                <a:cs typeface="+mj-lt"/>
              </a:rPr>
              <a:t>AI Categorization in Action</a:t>
            </a:r>
            <a:endParaRPr lang="en-US" sz="4800"/>
          </a:p>
          <a:p>
            <a:endParaRPr lang="en-US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65714-F111-1D44-7B0C-9C3A4B2F2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923" y="1239927"/>
            <a:ext cx="4971824" cy="46805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Visual Indicators:</a:t>
            </a:r>
            <a:endParaRPr lang="en-US" sz="2000"/>
          </a:p>
          <a:p>
            <a:endParaRPr lang="en-US" sz="2000"/>
          </a:p>
          <a:p>
            <a:r>
              <a:rPr lang="en-US" sz="2000">
                <a:ea typeface="+mn-lt"/>
                <a:cs typeface="+mn-lt"/>
              </a:rPr>
              <a:t>⚫ Black Highlighting: AI-categorized transactions</a:t>
            </a:r>
            <a:endParaRPr lang="en-US" sz="2000"/>
          </a:p>
          <a:p>
            <a:endParaRPr lang="en-US" sz="2000"/>
          </a:p>
          <a:p>
            <a:r>
              <a:rPr lang="en-US" sz="2000">
                <a:ea typeface="+mn-lt"/>
                <a:cs typeface="+mn-lt"/>
              </a:rPr>
              <a:t>🎯 Confidence Levels: High/medium/low accuracy</a:t>
            </a:r>
            <a:endParaRPr lang="en-US" sz="2000"/>
          </a:p>
          <a:p>
            <a:endParaRPr lang="en-US" sz="2000"/>
          </a:p>
          <a:p>
            <a:r>
              <a:rPr lang="en-US" sz="2000">
                <a:ea typeface="+mn-lt"/>
                <a:cs typeface="+mn-lt"/>
              </a:rPr>
              <a:t>💡 Smart Suggestions: Alternative category options</a:t>
            </a:r>
            <a:endParaRPr lang="en-US" sz="2000"/>
          </a:p>
          <a:p>
            <a:endParaRPr lang="en-US" sz="2000"/>
          </a:p>
          <a:p>
            <a:r>
              <a:rPr lang="en-US" sz="2000">
                <a:ea typeface="+mn-lt"/>
                <a:cs typeface="+mn-lt"/>
              </a:rPr>
              <a:t>🔄 Manual Override: User correction capability</a:t>
            </a:r>
            <a:endParaRPr lang="en-US" sz="2000"/>
          </a:p>
          <a:p>
            <a:endParaRPr lang="en-US" sz="2000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7957266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4BEDD-0B67-A0CC-95C7-02A190977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E8F437F-C396-6F1C-80EA-6B22DCAE31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6576" y="2722096"/>
            <a:ext cx="5213084" cy="3141103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5D33254-CB03-A7CA-125E-C64C7E9D6E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6441" y="2718547"/>
            <a:ext cx="4527738" cy="3146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4385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6492B-1F18-5074-7F93-55F5A1EF2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Error Handling &amp; User Experience</a:t>
            </a:r>
            <a:endParaRPr lang="en-US"/>
          </a:p>
          <a:p>
            <a:r>
              <a:rPr lang="en-US">
                <a:ea typeface="+mj-lt"/>
                <a:cs typeface="+mj-lt"/>
              </a:rPr>
              <a:t>Robust Error Management:</a:t>
            </a:r>
            <a:endParaRPr lang="en-US"/>
          </a:p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A401C49-92CF-2AE4-4EA0-FFBC738A20C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455831"/>
          <a:ext cx="10515600" cy="47211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048596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F4EE37A-040B-35F4-8892-6B4055673FB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074" r="9085" b="3074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9AFC93-B9C9-B802-2965-C5E0D536B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Milestone 2 Achievements</a:t>
            </a:r>
            <a:endParaRPr lang="en-US"/>
          </a:p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92EA909-06F0-C57E-2FC0-256C1F326B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185707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434513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58256" y="-358254"/>
            <a:ext cx="6858000" cy="7574507"/>
          </a:xfrm>
          <a:prstGeom prst="rect">
            <a:avLst/>
          </a:prstGeom>
          <a:ln>
            <a:noFill/>
          </a:ln>
          <a:effectLst>
            <a:outerShdw blurRad="457200" dist="63500" sx="99000" sy="99000" algn="l" rotWithShape="0">
              <a:prstClr val="black">
                <a:alpha val="1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3D Hologram from iPad">
            <a:extLst>
              <a:ext uri="{FF2B5EF4-FFF2-40B4-BE49-F238E27FC236}">
                <a16:creationId xmlns:a16="http://schemas.microsoft.com/office/drawing/2014/main" id="{D5C29577-12E5-3F2B-49FD-C162323DE1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182" b="-10"/>
          <a:stretch>
            <a:fillRect/>
          </a:stretch>
        </p:blipFill>
        <p:spPr>
          <a:xfrm>
            <a:off x="20" y="-1"/>
            <a:ext cx="7574488" cy="5161587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8D4640B-1988-8FE1-A989-FFCB5AF55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0064" y="743803"/>
            <a:ext cx="3144523" cy="547417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🎯 User Benefits:</a:t>
            </a:r>
            <a:endParaRPr lang="en-US" sz="2000"/>
          </a:p>
          <a:p>
            <a:endParaRPr lang="en-US" sz="2000"/>
          </a:p>
          <a:p>
            <a:r>
              <a:rPr lang="en-US" sz="2000">
                <a:ea typeface="+mn-lt"/>
                <a:cs typeface="+mn-lt"/>
              </a:rPr>
              <a:t>Automatic transaction organization</a:t>
            </a:r>
            <a:endParaRPr lang="en-US" sz="2000"/>
          </a:p>
          <a:p>
            <a:endParaRPr lang="en-US" sz="2000"/>
          </a:p>
          <a:p>
            <a:r>
              <a:rPr lang="en-US" sz="2000">
                <a:ea typeface="+mn-lt"/>
                <a:cs typeface="+mn-lt"/>
              </a:rPr>
              <a:t>Visual spending insights</a:t>
            </a:r>
            <a:endParaRPr lang="en-US" sz="2000"/>
          </a:p>
          <a:p>
            <a:endParaRPr lang="en-US" sz="2000"/>
          </a:p>
          <a:p>
            <a:r>
              <a:rPr lang="en-US" sz="2000">
                <a:ea typeface="+mn-lt"/>
                <a:cs typeface="+mn-lt"/>
              </a:rPr>
              <a:t>Easy data import/export</a:t>
            </a:r>
            <a:endParaRPr lang="en-US" sz="2000"/>
          </a:p>
          <a:p>
            <a:endParaRPr lang="en-US" sz="2000"/>
          </a:p>
          <a:p>
            <a:r>
              <a:rPr lang="en-US" sz="2000">
                <a:ea typeface="+mn-lt"/>
                <a:cs typeface="+mn-lt"/>
              </a:rPr>
              <a:t>Powerful reporting capabilities</a:t>
            </a:r>
            <a:endParaRPr lang="en-US" sz="2000"/>
          </a:p>
          <a:p>
            <a:endParaRPr lang="en-US" sz="2000"/>
          </a:p>
          <a:p>
            <a:r>
              <a:rPr lang="en-US" sz="2000">
                <a:ea typeface="+mn-lt"/>
                <a:cs typeface="+mn-lt"/>
              </a:rPr>
              <a:t>Time-saving automation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7066753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52803A-4B26-2572-5C60-28858E650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Overall View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B2683E2-0DA3-33AE-B58E-4AFCEE6C52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4744" y="1675227"/>
            <a:ext cx="9202511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4086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38824E-03B0-2557-2A5D-E9CED506A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Overall View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EA8A770-10C2-3756-C4D6-DE3E816206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2427" y="1675227"/>
            <a:ext cx="9107146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2096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DD0D72-837B-1B4E-C234-C35DC748E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Overall View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928C4CC-43CB-2E04-661A-8FD58FADC3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8708" y="1675227"/>
            <a:ext cx="9154583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5106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25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Budget wise AI Based expense forecasting tool </vt:lpstr>
      <vt:lpstr>Milestone 2 Objectives </vt:lpstr>
      <vt:lpstr>AI-Powered Categorization Engine </vt:lpstr>
      <vt:lpstr>Categorization Technology Stack </vt:lpstr>
      <vt:lpstr>Reporting &amp; Analytics System </vt:lpstr>
      <vt:lpstr>Dashboard Implementation </vt:lpstr>
      <vt:lpstr>PowerPoint Presentation</vt:lpstr>
      <vt:lpstr>Bulk Upload System </vt:lpstr>
      <vt:lpstr>Bulk Upload System</vt:lpstr>
      <vt:lpstr>Advanced Filtering &amp; Search </vt:lpstr>
      <vt:lpstr>Advanced Filtering &amp; Search </vt:lpstr>
      <vt:lpstr>Technical Architecture - Milestone 2 </vt:lpstr>
      <vt:lpstr>PowerPoint Presentation</vt:lpstr>
      <vt:lpstr>Enhanced Database Schema </vt:lpstr>
      <vt:lpstr>User Interface - Reports Dashboard</vt:lpstr>
      <vt:lpstr>Spending Reports &amp; Analytics</vt:lpstr>
      <vt:lpstr>Category report</vt:lpstr>
      <vt:lpstr>AI Categorization in Action </vt:lpstr>
      <vt:lpstr>PowerPoint Presentation</vt:lpstr>
      <vt:lpstr>Error Handling &amp; User Experience Robust Error Management: </vt:lpstr>
      <vt:lpstr>Milestone 2 Achievements </vt:lpstr>
      <vt:lpstr>PowerPoint Presentation</vt:lpstr>
      <vt:lpstr>Overall View</vt:lpstr>
      <vt:lpstr>Overall View</vt:lpstr>
      <vt:lpstr>Overall View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2</cp:revision>
  <dcterms:created xsi:type="dcterms:W3CDTF">2013-07-15T20:26:40Z</dcterms:created>
  <dcterms:modified xsi:type="dcterms:W3CDTF">2025-11-20T13:30:23Z</dcterms:modified>
</cp:coreProperties>
</file>