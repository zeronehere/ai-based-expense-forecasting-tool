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60" r:id="rId7"/>
    <p:sldId id="267" r:id="rId8"/>
    <p:sldId id="261" r:id="rId9"/>
    <p:sldId id="268" r:id="rId10"/>
    <p:sldId id="262" r:id="rId11"/>
    <p:sldId id="269" r:id="rId12"/>
    <p:sldId id="263" r:id="rId13"/>
    <p:sldId id="264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6F76D-7FC3-B1C0-77F9-FCFD0A39162F}" v="1" dt="2025-11-10T12:58:26.881"/>
    <p1510:client id="{13D8C1EA-82DE-8738-64EC-7CE155E6B399}" v="211" dt="2025-11-10T12:45:59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BE86FA-30EF-49CE-9863-6EEA6F41400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D3BF733-B98D-40A9-A35B-440243522BA6}">
      <dgm:prSet/>
      <dgm:spPr/>
      <dgm:t>
        <a:bodyPr/>
        <a:lstStyle/>
        <a:p>
          <a:r>
            <a:rPr lang="en-US"/>
            <a:t>✅ Advanced Expense Forecasting Engine</a:t>
          </a:r>
        </a:p>
      </dgm:t>
    </dgm:pt>
    <dgm:pt modelId="{ED21BA30-D3C8-4F96-9247-51806902B97E}" type="parTrans" cxnId="{D679623B-DD18-40D9-9BC3-BE7B7CE541F7}">
      <dgm:prSet/>
      <dgm:spPr/>
      <dgm:t>
        <a:bodyPr/>
        <a:lstStyle/>
        <a:p>
          <a:endParaRPr lang="en-US"/>
        </a:p>
      </dgm:t>
    </dgm:pt>
    <dgm:pt modelId="{1A1383BA-BA05-45C7-AEA0-192D3B770EDE}" type="sibTrans" cxnId="{D679623B-DD18-40D9-9BC3-BE7B7CE541F7}">
      <dgm:prSet/>
      <dgm:spPr/>
      <dgm:t>
        <a:bodyPr/>
        <a:lstStyle/>
        <a:p>
          <a:endParaRPr lang="en-US"/>
        </a:p>
      </dgm:t>
    </dgm:pt>
    <dgm:pt modelId="{62D1F656-9DA1-410A-93E1-CDAA43C8C8F6}">
      <dgm:prSet/>
      <dgm:spPr/>
      <dgm:t>
        <a:bodyPr/>
        <a:lstStyle/>
        <a:p>
          <a:r>
            <a:rPr lang="en-US"/>
            <a:t>✅ Financial Goal Creation &amp; Tracking</a:t>
          </a:r>
        </a:p>
      </dgm:t>
    </dgm:pt>
    <dgm:pt modelId="{2479F5F9-59CF-434B-AB92-67F02E6B3896}" type="parTrans" cxnId="{B4E75531-B0B6-496D-8522-9E23B3E79CD3}">
      <dgm:prSet/>
      <dgm:spPr/>
      <dgm:t>
        <a:bodyPr/>
        <a:lstStyle/>
        <a:p>
          <a:endParaRPr lang="en-US"/>
        </a:p>
      </dgm:t>
    </dgm:pt>
    <dgm:pt modelId="{2AFF7647-9DC9-4115-BE41-16F649745943}" type="sibTrans" cxnId="{B4E75531-B0B6-496D-8522-9E23B3E79CD3}">
      <dgm:prSet/>
      <dgm:spPr/>
      <dgm:t>
        <a:bodyPr/>
        <a:lstStyle/>
        <a:p>
          <a:endParaRPr lang="en-US"/>
        </a:p>
      </dgm:t>
    </dgm:pt>
    <dgm:pt modelId="{091EEA2A-A06E-4016-9059-A869E334B7EC}">
      <dgm:prSet/>
      <dgm:spPr/>
      <dgm:t>
        <a:bodyPr/>
        <a:lstStyle/>
        <a:p>
          <a:r>
            <a:rPr lang="en-US"/>
            <a:t>✅ AI-Powered Goal Coaching</a:t>
          </a:r>
        </a:p>
      </dgm:t>
    </dgm:pt>
    <dgm:pt modelId="{F590BC81-F98D-427C-8257-9EF32AAD5AEC}" type="parTrans" cxnId="{A550F435-5ACE-43A8-8C18-57DB160DBD0F}">
      <dgm:prSet/>
      <dgm:spPr/>
      <dgm:t>
        <a:bodyPr/>
        <a:lstStyle/>
        <a:p>
          <a:endParaRPr lang="en-US"/>
        </a:p>
      </dgm:t>
    </dgm:pt>
    <dgm:pt modelId="{433C8AB7-B8BC-479A-B1FC-A331C6201446}" type="sibTrans" cxnId="{A550F435-5ACE-43A8-8C18-57DB160DBD0F}">
      <dgm:prSet/>
      <dgm:spPr/>
      <dgm:t>
        <a:bodyPr/>
        <a:lstStyle/>
        <a:p>
          <a:endParaRPr lang="en-US"/>
        </a:p>
      </dgm:t>
    </dgm:pt>
    <dgm:pt modelId="{76418C4D-6DA4-456C-9CE5-F1516961BE56}">
      <dgm:prSet/>
      <dgm:spPr/>
      <dgm:t>
        <a:bodyPr/>
        <a:lstStyle/>
        <a:p>
          <a:r>
            <a:rPr lang="en-US"/>
            <a:t>✅ Savings Progress Management</a:t>
          </a:r>
        </a:p>
      </dgm:t>
    </dgm:pt>
    <dgm:pt modelId="{C08F8285-AE19-49FD-BA82-4B67816E13C2}" type="parTrans" cxnId="{C5F8DCEE-28AA-4B8B-88B6-DF1093119C2C}">
      <dgm:prSet/>
      <dgm:spPr/>
      <dgm:t>
        <a:bodyPr/>
        <a:lstStyle/>
        <a:p>
          <a:endParaRPr lang="en-US"/>
        </a:p>
      </dgm:t>
    </dgm:pt>
    <dgm:pt modelId="{6B3BA651-777F-4641-B5D6-F0D4CE7E42B9}" type="sibTrans" cxnId="{C5F8DCEE-28AA-4B8B-88B6-DF1093119C2C}">
      <dgm:prSet/>
      <dgm:spPr/>
      <dgm:t>
        <a:bodyPr/>
        <a:lstStyle/>
        <a:p>
          <a:endParaRPr lang="en-US"/>
        </a:p>
      </dgm:t>
    </dgm:pt>
    <dgm:pt modelId="{FCED2AED-0CED-4283-8886-FA3FF060E836}">
      <dgm:prSet/>
      <dgm:spPr/>
      <dgm:t>
        <a:bodyPr/>
        <a:lstStyle/>
        <a:p>
          <a:r>
            <a:rPr lang="en-US"/>
            <a:t>✅ Multi-Category Forecasting</a:t>
          </a:r>
        </a:p>
      </dgm:t>
    </dgm:pt>
    <dgm:pt modelId="{3698E8FC-C86E-4038-A733-15F7076170BB}" type="parTrans" cxnId="{F2C67313-BE88-49D1-AC37-134DB171A53E}">
      <dgm:prSet/>
      <dgm:spPr/>
      <dgm:t>
        <a:bodyPr/>
        <a:lstStyle/>
        <a:p>
          <a:endParaRPr lang="en-US"/>
        </a:p>
      </dgm:t>
    </dgm:pt>
    <dgm:pt modelId="{628AB5B3-AF34-4351-83F9-2059BE3A7256}" type="sibTrans" cxnId="{F2C67313-BE88-49D1-AC37-134DB171A53E}">
      <dgm:prSet/>
      <dgm:spPr/>
      <dgm:t>
        <a:bodyPr/>
        <a:lstStyle/>
        <a:p>
          <a:endParaRPr lang="en-US"/>
        </a:p>
      </dgm:t>
    </dgm:pt>
    <dgm:pt modelId="{83D653F7-0A55-4712-89DD-3742EF7D1778}">
      <dgm:prSet/>
      <dgm:spPr/>
      <dgm:t>
        <a:bodyPr/>
        <a:lstStyle/>
        <a:p>
          <a:r>
            <a:rPr lang="en-US"/>
            <a:t>✅ Forecast Performance Analytics</a:t>
          </a:r>
        </a:p>
      </dgm:t>
    </dgm:pt>
    <dgm:pt modelId="{E0268046-71B4-49D1-A9A8-88163BE14FA2}" type="parTrans" cxnId="{B2937D07-C70B-4BEC-A2C5-EB410A849D55}">
      <dgm:prSet/>
      <dgm:spPr/>
      <dgm:t>
        <a:bodyPr/>
        <a:lstStyle/>
        <a:p>
          <a:endParaRPr lang="en-US"/>
        </a:p>
      </dgm:t>
    </dgm:pt>
    <dgm:pt modelId="{33B91DC0-2730-4435-B2EA-B6563DA77B8B}" type="sibTrans" cxnId="{B2937D07-C70B-4BEC-A2C5-EB410A849D55}">
      <dgm:prSet/>
      <dgm:spPr/>
      <dgm:t>
        <a:bodyPr/>
        <a:lstStyle/>
        <a:p>
          <a:endParaRPr lang="en-US"/>
        </a:p>
      </dgm:t>
    </dgm:pt>
    <dgm:pt modelId="{DC146F0D-E241-46C7-81FC-BA2EA30CC8CE}" type="pres">
      <dgm:prSet presAssocID="{4BBE86FA-30EF-49CE-9863-6EEA6F414008}" presName="root" presStyleCnt="0">
        <dgm:presLayoutVars>
          <dgm:dir/>
          <dgm:resizeHandles val="exact"/>
        </dgm:presLayoutVars>
      </dgm:prSet>
      <dgm:spPr/>
    </dgm:pt>
    <dgm:pt modelId="{679755D3-37EC-41DA-8672-F9AE845FE17F}" type="pres">
      <dgm:prSet presAssocID="{0D3BF733-B98D-40A9-A35B-440243522BA6}" presName="compNode" presStyleCnt="0"/>
      <dgm:spPr/>
    </dgm:pt>
    <dgm:pt modelId="{4FF1261C-D04B-465D-ADA7-A5DB9378F85F}" type="pres">
      <dgm:prSet presAssocID="{0D3BF733-B98D-40A9-A35B-440243522BA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C0734CB-D175-4429-8CFA-A71041EFDE8A}" type="pres">
      <dgm:prSet presAssocID="{0D3BF733-B98D-40A9-A35B-440243522BA6}" presName="spaceRect" presStyleCnt="0"/>
      <dgm:spPr/>
    </dgm:pt>
    <dgm:pt modelId="{945A7728-066F-457B-A820-7229936366BB}" type="pres">
      <dgm:prSet presAssocID="{0D3BF733-B98D-40A9-A35B-440243522BA6}" presName="textRect" presStyleLbl="revTx" presStyleIdx="0" presStyleCnt="6">
        <dgm:presLayoutVars>
          <dgm:chMax val="1"/>
          <dgm:chPref val="1"/>
        </dgm:presLayoutVars>
      </dgm:prSet>
      <dgm:spPr/>
    </dgm:pt>
    <dgm:pt modelId="{FABA7344-1E3C-4E76-9241-C19FB016E9A9}" type="pres">
      <dgm:prSet presAssocID="{1A1383BA-BA05-45C7-AEA0-192D3B770EDE}" presName="sibTrans" presStyleCnt="0"/>
      <dgm:spPr/>
    </dgm:pt>
    <dgm:pt modelId="{2E5F0E46-11F9-41E0-B8BF-03C66DC17434}" type="pres">
      <dgm:prSet presAssocID="{62D1F656-9DA1-410A-93E1-CDAA43C8C8F6}" presName="compNode" presStyleCnt="0"/>
      <dgm:spPr/>
    </dgm:pt>
    <dgm:pt modelId="{28CE3204-BB52-4C61-894B-26CB4F4C2DF3}" type="pres">
      <dgm:prSet presAssocID="{62D1F656-9DA1-410A-93E1-CDAA43C8C8F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1BAD0FF-BC64-40A5-9368-6127EB83CD99}" type="pres">
      <dgm:prSet presAssocID="{62D1F656-9DA1-410A-93E1-CDAA43C8C8F6}" presName="spaceRect" presStyleCnt="0"/>
      <dgm:spPr/>
    </dgm:pt>
    <dgm:pt modelId="{7B16254B-DA83-497B-99C6-964D790CFA66}" type="pres">
      <dgm:prSet presAssocID="{62D1F656-9DA1-410A-93E1-CDAA43C8C8F6}" presName="textRect" presStyleLbl="revTx" presStyleIdx="1" presStyleCnt="6">
        <dgm:presLayoutVars>
          <dgm:chMax val="1"/>
          <dgm:chPref val="1"/>
        </dgm:presLayoutVars>
      </dgm:prSet>
      <dgm:spPr/>
    </dgm:pt>
    <dgm:pt modelId="{5D9B69B6-B9E0-4A7D-8DA2-616D8E07F513}" type="pres">
      <dgm:prSet presAssocID="{2AFF7647-9DC9-4115-BE41-16F649745943}" presName="sibTrans" presStyleCnt="0"/>
      <dgm:spPr/>
    </dgm:pt>
    <dgm:pt modelId="{2A9C59A6-BADA-4030-BC37-78D66C0C3BE7}" type="pres">
      <dgm:prSet presAssocID="{091EEA2A-A06E-4016-9059-A869E334B7EC}" presName="compNode" presStyleCnt="0"/>
      <dgm:spPr/>
    </dgm:pt>
    <dgm:pt modelId="{0FBD73D5-F237-4DD3-ADFE-E4A95482E7BF}" type="pres">
      <dgm:prSet presAssocID="{091EEA2A-A06E-4016-9059-A869E334B7E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3E92F6A-268C-4EDB-9D8D-6BD885EFDBDE}" type="pres">
      <dgm:prSet presAssocID="{091EEA2A-A06E-4016-9059-A869E334B7EC}" presName="spaceRect" presStyleCnt="0"/>
      <dgm:spPr/>
    </dgm:pt>
    <dgm:pt modelId="{4B573D77-1740-4984-A974-77963C9976C4}" type="pres">
      <dgm:prSet presAssocID="{091EEA2A-A06E-4016-9059-A869E334B7EC}" presName="textRect" presStyleLbl="revTx" presStyleIdx="2" presStyleCnt="6">
        <dgm:presLayoutVars>
          <dgm:chMax val="1"/>
          <dgm:chPref val="1"/>
        </dgm:presLayoutVars>
      </dgm:prSet>
      <dgm:spPr/>
    </dgm:pt>
    <dgm:pt modelId="{86FFE31A-686D-4A49-8849-ADD4B5FC0CE2}" type="pres">
      <dgm:prSet presAssocID="{433C8AB7-B8BC-479A-B1FC-A331C6201446}" presName="sibTrans" presStyleCnt="0"/>
      <dgm:spPr/>
    </dgm:pt>
    <dgm:pt modelId="{03724D4B-14C7-49F4-B065-4FF953FE1450}" type="pres">
      <dgm:prSet presAssocID="{76418C4D-6DA4-456C-9CE5-F1516961BE56}" presName="compNode" presStyleCnt="0"/>
      <dgm:spPr/>
    </dgm:pt>
    <dgm:pt modelId="{B4BFB414-8869-405E-84C9-EF6F58C2516E}" type="pres">
      <dgm:prSet presAssocID="{76418C4D-6DA4-456C-9CE5-F1516961BE5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B596A0BA-FC65-4FCB-B13D-C3B42AA4D5B2}" type="pres">
      <dgm:prSet presAssocID="{76418C4D-6DA4-456C-9CE5-F1516961BE56}" presName="spaceRect" presStyleCnt="0"/>
      <dgm:spPr/>
    </dgm:pt>
    <dgm:pt modelId="{995A54C6-C8C5-4E17-8034-47EC45E17062}" type="pres">
      <dgm:prSet presAssocID="{76418C4D-6DA4-456C-9CE5-F1516961BE56}" presName="textRect" presStyleLbl="revTx" presStyleIdx="3" presStyleCnt="6">
        <dgm:presLayoutVars>
          <dgm:chMax val="1"/>
          <dgm:chPref val="1"/>
        </dgm:presLayoutVars>
      </dgm:prSet>
      <dgm:spPr/>
    </dgm:pt>
    <dgm:pt modelId="{9342AEB5-82F5-43DF-8162-239014E8F80E}" type="pres">
      <dgm:prSet presAssocID="{6B3BA651-777F-4641-B5D6-F0D4CE7E42B9}" presName="sibTrans" presStyleCnt="0"/>
      <dgm:spPr/>
    </dgm:pt>
    <dgm:pt modelId="{2DBA01B2-9A87-4BD0-BA46-8A63F2AF8D81}" type="pres">
      <dgm:prSet presAssocID="{FCED2AED-0CED-4283-8886-FA3FF060E836}" presName="compNode" presStyleCnt="0"/>
      <dgm:spPr/>
    </dgm:pt>
    <dgm:pt modelId="{BC7D890B-BE36-4A17-B5B5-15C098FEB29E}" type="pres">
      <dgm:prSet presAssocID="{FCED2AED-0CED-4283-8886-FA3FF060E83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D96A318F-C08D-4D3B-A4BD-C98A619B1A53}" type="pres">
      <dgm:prSet presAssocID="{FCED2AED-0CED-4283-8886-FA3FF060E836}" presName="spaceRect" presStyleCnt="0"/>
      <dgm:spPr/>
    </dgm:pt>
    <dgm:pt modelId="{765F7EEC-7000-4C28-83C3-3E64D251B219}" type="pres">
      <dgm:prSet presAssocID="{FCED2AED-0CED-4283-8886-FA3FF060E836}" presName="textRect" presStyleLbl="revTx" presStyleIdx="4" presStyleCnt="6">
        <dgm:presLayoutVars>
          <dgm:chMax val="1"/>
          <dgm:chPref val="1"/>
        </dgm:presLayoutVars>
      </dgm:prSet>
      <dgm:spPr/>
    </dgm:pt>
    <dgm:pt modelId="{2233F97F-EC73-496F-ADCE-5D57D40B2532}" type="pres">
      <dgm:prSet presAssocID="{628AB5B3-AF34-4351-83F9-2059BE3A7256}" presName="sibTrans" presStyleCnt="0"/>
      <dgm:spPr/>
    </dgm:pt>
    <dgm:pt modelId="{01E4376C-40B1-4634-95F8-8620BE3666E8}" type="pres">
      <dgm:prSet presAssocID="{83D653F7-0A55-4712-89DD-3742EF7D1778}" presName="compNode" presStyleCnt="0"/>
      <dgm:spPr/>
    </dgm:pt>
    <dgm:pt modelId="{9F7BE7C9-2EC0-4A96-BA7F-690459172276}" type="pres">
      <dgm:prSet presAssocID="{83D653F7-0A55-4712-89DD-3742EF7D177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77D2E77-E3EA-45BE-BB13-82DB116B0E2E}" type="pres">
      <dgm:prSet presAssocID="{83D653F7-0A55-4712-89DD-3742EF7D1778}" presName="spaceRect" presStyleCnt="0"/>
      <dgm:spPr/>
    </dgm:pt>
    <dgm:pt modelId="{DC6C3DB3-D8A6-46C5-9442-A9391A5F8B37}" type="pres">
      <dgm:prSet presAssocID="{83D653F7-0A55-4712-89DD-3742EF7D177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2937D07-C70B-4BEC-A2C5-EB410A849D55}" srcId="{4BBE86FA-30EF-49CE-9863-6EEA6F414008}" destId="{83D653F7-0A55-4712-89DD-3742EF7D1778}" srcOrd="5" destOrd="0" parTransId="{E0268046-71B4-49D1-A9A8-88163BE14FA2}" sibTransId="{33B91DC0-2730-4435-B2EA-B6563DA77B8B}"/>
    <dgm:cxn modelId="{F2C67313-BE88-49D1-AC37-134DB171A53E}" srcId="{4BBE86FA-30EF-49CE-9863-6EEA6F414008}" destId="{FCED2AED-0CED-4283-8886-FA3FF060E836}" srcOrd="4" destOrd="0" parTransId="{3698E8FC-C86E-4038-A733-15F7076170BB}" sibTransId="{628AB5B3-AF34-4351-83F9-2059BE3A7256}"/>
    <dgm:cxn modelId="{B5FAC124-C238-4798-BFA7-13806B2815D6}" type="presOf" srcId="{76418C4D-6DA4-456C-9CE5-F1516961BE56}" destId="{995A54C6-C8C5-4E17-8034-47EC45E17062}" srcOrd="0" destOrd="0" presId="urn:microsoft.com/office/officeart/2018/2/layout/IconLabelList"/>
    <dgm:cxn modelId="{B4E75531-B0B6-496D-8522-9E23B3E79CD3}" srcId="{4BBE86FA-30EF-49CE-9863-6EEA6F414008}" destId="{62D1F656-9DA1-410A-93E1-CDAA43C8C8F6}" srcOrd="1" destOrd="0" parTransId="{2479F5F9-59CF-434B-AB92-67F02E6B3896}" sibTransId="{2AFF7647-9DC9-4115-BE41-16F649745943}"/>
    <dgm:cxn modelId="{A550F435-5ACE-43A8-8C18-57DB160DBD0F}" srcId="{4BBE86FA-30EF-49CE-9863-6EEA6F414008}" destId="{091EEA2A-A06E-4016-9059-A869E334B7EC}" srcOrd="2" destOrd="0" parTransId="{F590BC81-F98D-427C-8257-9EF32AAD5AEC}" sibTransId="{433C8AB7-B8BC-479A-B1FC-A331C6201446}"/>
    <dgm:cxn modelId="{D679623B-DD18-40D9-9BC3-BE7B7CE541F7}" srcId="{4BBE86FA-30EF-49CE-9863-6EEA6F414008}" destId="{0D3BF733-B98D-40A9-A35B-440243522BA6}" srcOrd="0" destOrd="0" parTransId="{ED21BA30-D3C8-4F96-9247-51806902B97E}" sibTransId="{1A1383BA-BA05-45C7-AEA0-192D3B770EDE}"/>
    <dgm:cxn modelId="{D5F5CC3F-209F-4638-A46E-05E34DE0B166}" type="presOf" srcId="{4BBE86FA-30EF-49CE-9863-6EEA6F414008}" destId="{DC146F0D-E241-46C7-81FC-BA2EA30CC8CE}" srcOrd="0" destOrd="0" presId="urn:microsoft.com/office/officeart/2018/2/layout/IconLabelList"/>
    <dgm:cxn modelId="{7230D06B-29C2-46F4-8F23-020EFE71B271}" type="presOf" srcId="{091EEA2A-A06E-4016-9059-A869E334B7EC}" destId="{4B573D77-1740-4984-A974-77963C9976C4}" srcOrd="0" destOrd="0" presId="urn:microsoft.com/office/officeart/2018/2/layout/IconLabelList"/>
    <dgm:cxn modelId="{1B738FA0-2610-4AD1-B2C3-C2C9D5FF9D17}" type="presOf" srcId="{62D1F656-9DA1-410A-93E1-CDAA43C8C8F6}" destId="{7B16254B-DA83-497B-99C6-964D790CFA66}" srcOrd="0" destOrd="0" presId="urn:microsoft.com/office/officeart/2018/2/layout/IconLabelList"/>
    <dgm:cxn modelId="{5107E3B7-03DB-412B-937F-F6AD03E56420}" type="presOf" srcId="{83D653F7-0A55-4712-89DD-3742EF7D1778}" destId="{DC6C3DB3-D8A6-46C5-9442-A9391A5F8B37}" srcOrd="0" destOrd="0" presId="urn:microsoft.com/office/officeart/2018/2/layout/IconLabelList"/>
    <dgm:cxn modelId="{1D9886C4-21C5-44C9-AC2D-D36F0EE5EAF3}" type="presOf" srcId="{0D3BF733-B98D-40A9-A35B-440243522BA6}" destId="{945A7728-066F-457B-A820-7229936366BB}" srcOrd="0" destOrd="0" presId="urn:microsoft.com/office/officeart/2018/2/layout/IconLabelList"/>
    <dgm:cxn modelId="{06CBA7DD-44DE-49AC-8957-CD2D4458BD85}" type="presOf" srcId="{FCED2AED-0CED-4283-8886-FA3FF060E836}" destId="{765F7EEC-7000-4C28-83C3-3E64D251B219}" srcOrd="0" destOrd="0" presId="urn:microsoft.com/office/officeart/2018/2/layout/IconLabelList"/>
    <dgm:cxn modelId="{C5F8DCEE-28AA-4B8B-88B6-DF1093119C2C}" srcId="{4BBE86FA-30EF-49CE-9863-6EEA6F414008}" destId="{76418C4D-6DA4-456C-9CE5-F1516961BE56}" srcOrd="3" destOrd="0" parTransId="{C08F8285-AE19-49FD-BA82-4B67816E13C2}" sibTransId="{6B3BA651-777F-4641-B5D6-F0D4CE7E42B9}"/>
    <dgm:cxn modelId="{1A7BBF6A-2F09-4780-ABCA-783ADD282034}" type="presParOf" srcId="{DC146F0D-E241-46C7-81FC-BA2EA30CC8CE}" destId="{679755D3-37EC-41DA-8672-F9AE845FE17F}" srcOrd="0" destOrd="0" presId="urn:microsoft.com/office/officeart/2018/2/layout/IconLabelList"/>
    <dgm:cxn modelId="{058A0292-E5E6-40FB-892D-66F6EA053204}" type="presParOf" srcId="{679755D3-37EC-41DA-8672-F9AE845FE17F}" destId="{4FF1261C-D04B-465D-ADA7-A5DB9378F85F}" srcOrd="0" destOrd="0" presId="urn:microsoft.com/office/officeart/2018/2/layout/IconLabelList"/>
    <dgm:cxn modelId="{F4045B3B-9D9B-4112-A99A-30795BC467D1}" type="presParOf" srcId="{679755D3-37EC-41DA-8672-F9AE845FE17F}" destId="{2C0734CB-D175-4429-8CFA-A71041EFDE8A}" srcOrd="1" destOrd="0" presId="urn:microsoft.com/office/officeart/2018/2/layout/IconLabelList"/>
    <dgm:cxn modelId="{C2DEF575-F7A5-4ED7-9CE8-CDF484D19C5D}" type="presParOf" srcId="{679755D3-37EC-41DA-8672-F9AE845FE17F}" destId="{945A7728-066F-457B-A820-7229936366BB}" srcOrd="2" destOrd="0" presId="urn:microsoft.com/office/officeart/2018/2/layout/IconLabelList"/>
    <dgm:cxn modelId="{B9D7060C-901F-4DF7-9685-77A822AD62F2}" type="presParOf" srcId="{DC146F0D-E241-46C7-81FC-BA2EA30CC8CE}" destId="{FABA7344-1E3C-4E76-9241-C19FB016E9A9}" srcOrd="1" destOrd="0" presId="urn:microsoft.com/office/officeart/2018/2/layout/IconLabelList"/>
    <dgm:cxn modelId="{5E38F75D-2595-4692-94BC-61965ECD1AA3}" type="presParOf" srcId="{DC146F0D-E241-46C7-81FC-BA2EA30CC8CE}" destId="{2E5F0E46-11F9-41E0-B8BF-03C66DC17434}" srcOrd="2" destOrd="0" presId="urn:microsoft.com/office/officeart/2018/2/layout/IconLabelList"/>
    <dgm:cxn modelId="{B903C1A3-92C0-4E6E-9DA8-DAADF68A81A8}" type="presParOf" srcId="{2E5F0E46-11F9-41E0-B8BF-03C66DC17434}" destId="{28CE3204-BB52-4C61-894B-26CB4F4C2DF3}" srcOrd="0" destOrd="0" presId="urn:microsoft.com/office/officeart/2018/2/layout/IconLabelList"/>
    <dgm:cxn modelId="{B9F33BD3-0CF2-48B0-BDA7-D2FEA34B420E}" type="presParOf" srcId="{2E5F0E46-11F9-41E0-B8BF-03C66DC17434}" destId="{21BAD0FF-BC64-40A5-9368-6127EB83CD99}" srcOrd="1" destOrd="0" presId="urn:microsoft.com/office/officeart/2018/2/layout/IconLabelList"/>
    <dgm:cxn modelId="{D7538DD3-0E27-46DF-BA0E-97B17E997038}" type="presParOf" srcId="{2E5F0E46-11F9-41E0-B8BF-03C66DC17434}" destId="{7B16254B-DA83-497B-99C6-964D790CFA66}" srcOrd="2" destOrd="0" presId="urn:microsoft.com/office/officeart/2018/2/layout/IconLabelList"/>
    <dgm:cxn modelId="{779599D6-A996-48FF-8B2F-BD962C398DC2}" type="presParOf" srcId="{DC146F0D-E241-46C7-81FC-BA2EA30CC8CE}" destId="{5D9B69B6-B9E0-4A7D-8DA2-616D8E07F513}" srcOrd="3" destOrd="0" presId="urn:microsoft.com/office/officeart/2018/2/layout/IconLabelList"/>
    <dgm:cxn modelId="{45ED8B8D-0FFE-4548-AC5C-E270D153FC39}" type="presParOf" srcId="{DC146F0D-E241-46C7-81FC-BA2EA30CC8CE}" destId="{2A9C59A6-BADA-4030-BC37-78D66C0C3BE7}" srcOrd="4" destOrd="0" presId="urn:microsoft.com/office/officeart/2018/2/layout/IconLabelList"/>
    <dgm:cxn modelId="{AE79FFAF-8C25-49C4-89B5-33A10C1D7F18}" type="presParOf" srcId="{2A9C59A6-BADA-4030-BC37-78D66C0C3BE7}" destId="{0FBD73D5-F237-4DD3-ADFE-E4A95482E7BF}" srcOrd="0" destOrd="0" presId="urn:microsoft.com/office/officeart/2018/2/layout/IconLabelList"/>
    <dgm:cxn modelId="{5C4C10B5-0C93-4CD9-AD8C-D5890C533578}" type="presParOf" srcId="{2A9C59A6-BADA-4030-BC37-78D66C0C3BE7}" destId="{63E92F6A-268C-4EDB-9D8D-6BD885EFDBDE}" srcOrd="1" destOrd="0" presId="urn:microsoft.com/office/officeart/2018/2/layout/IconLabelList"/>
    <dgm:cxn modelId="{F2A607B6-9DF2-40B1-88BA-064B330FDBB5}" type="presParOf" srcId="{2A9C59A6-BADA-4030-BC37-78D66C0C3BE7}" destId="{4B573D77-1740-4984-A974-77963C9976C4}" srcOrd="2" destOrd="0" presId="urn:microsoft.com/office/officeart/2018/2/layout/IconLabelList"/>
    <dgm:cxn modelId="{5D5D80E2-8A52-48CB-A71E-02A08F33AFEA}" type="presParOf" srcId="{DC146F0D-E241-46C7-81FC-BA2EA30CC8CE}" destId="{86FFE31A-686D-4A49-8849-ADD4B5FC0CE2}" srcOrd="5" destOrd="0" presId="urn:microsoft.com/office/officeart/2018/2/layout/IconLabelList"/>
    <dgm:cxn modelId="{115DA173-E295-421E-B03A-C2DE8B0F7EE4}" type="presParOf" srcId="{DC146F0D-E241-46C7-81FC-BA2EA30CC8CE}" destId="{03724D4B-14C7-49F4-B065-4FF953FE1450}" srcOrd="6" destOrd="0" presId="urn:microsoft.com/office/officeart/2018/2/layout/IconLabelList"/>
    <dgm:cxn modelId="{3F9016F0-4B7E-4A62-B3C6-161F8D1B416E}" type="presParOf" srcId="{03724D4B-14C7-49F4-B065-4FF953FE1450}" destId="{B4BFB414-8869-405E-84C9-EF6F58C2516E}" srcOrd="0" destOrd="0" presId="urn:microsoft.com/office/officeart/2018/2/layout/IconLabelList"/>
    <dgm:cxn modelId="{34ED6F6F-83ED-49E6-9805-FE45C921DDC3}" type="presParOf" srcId="{03724D4B-14C7-49F4-B065-4FF953FE1450}" destId="{B596A0BA-FC65-4FCB-B13D-C3B42AA4D5B2}" srcOrd="1" destOrd="0" presId="urn:microsoft.com/office/officeart/2018/2/layout/IconLabelList"/>
    <dgm:cxn modelId="{551DC0BB-C044-4082-BDF1-190AC2B80654}" type="presParOf" srcId="{03724D4B-14C7-49F4-B065-4FF953FE1450}" destId="{995A54C6-C8C5-4E17-8034-47EC45E17062}" srcOrd="2" destOrd="0" presId="urn:microsoft.com/office/officeart/2018/2/layout/IconLabelList"/>
    <dgm:cxn modelId="{23DCEB82-6380-4560-B123-4D9F65076FD2}" type="presParOf" srcId="{DC146F0D-E241-46C7-81FC-BA2EA30CC8CE}" destId="{9342AEB5-82F5-43DF-8162-239014E8F80E}" srcOrd="7" destOrd="0" presId="urn:microsoft.com/office/officeart/2018/2/layout/IconLabelList"/>
    <dgm:cxn modelId="{52A1D3FB-A19F-4582-A28B-35E7C415E1E5}" type="presParOf" srcId="{DC146F0D-E241-46C7-81FC-BA2EA30CC8CE}" destId="{2DBA01B2-9A87-4BD0-BA46-8A63F2AF8D81}" srcOrd="8" destOrd="0" presId="urn:microsoft.com/office/officeart/2018/2/layout/IconLabelList"/>
    <dgm:cxn modelId="{CD088BF0-924C-401C-B342-A31C7BB6C75F}" type="presParOf" srcId="{2DBA01B2-9A87-4BD0-BA46-8A63F2AF8D81}" destId="{BC7D890B-BE36-4A17-B5B5-15C098FEB29E}" srcOrd="0" destOrd="0" presId="urn:microsoft.com/office/officeart/2018/2/layout/IconLabelList"/>
    <dgm:cxn modelId="{BF7BD43A-2A22-4CC4-A2F2-DCCEF9EA2897}" type="presParOf" srcId="{2DBA01B2-9A87-4BD0-BA46-8A63F2AF8D81}" destId="{D96A318F-C08D-4D3B-A4BD-C98A619B1A53}" srcOrd="1" destOrd="0" presId="urn:microsoft.com/office/officeart/2018/2/layout/IconLabelList"/>
    <dgm:cxn modelId="{5405B555-6270-478B-BC22-80A8F1CD4BDE}" type="presParOf" srcId="{2DBA01B2-9A87-4BD0-BA46-8A63F2AF8D81}" destId="{765F7EEC-7000-4C28-83C3-3E64D251B219}" srcOrd="2" destOrd="0" presId="urn:microsoft.com/office/officeart/2018/2/layout/IconLabelList"/>
    <dgm:cxn modelId="{2B9B7FB9-CAFC-42B4-B80E-5179B43FFCBD}" type="presParOf" srcId="{DC146F0D-E241-46C7-81FC-BA2EA30CC8CE}" destId="{2233F97F-EC73-496F-ADCE-5D57D40B2532}" srcOrd="9" destOrd="0" presId="urn:microsoft.com/office/officeart/2018/2/layout/IconLabelList"/>
    <dgm:cxn modelId="{4500BCC3-4EA3-4ABD-8864-F7CD5C32EDCA}" type="presParOf" srcId="{DC146F0D-E241-46C7-81FC-BA2EA30CC8CE}" destId="{01E4376C-40B1-4634-95F8-8620BE3666E8}" srcOrd="10" destOrd="0" presId="urn:microsoft.com/office/officeart/2018/2/layout/IconLabelList"/>
    <dgm:cxn modelId="{7E746470-F0E5-4CE4-AD24-16133EB7FCCC}" type="presParOf" srcId="{01E4376C-40B1-4634-95F8-8620BE3666E8}" destId="{9F7BE7C9-2EC0-4A96-BA7F-690459172276}" srcOrd="0" destOrd="0" presId="urn:microsoft.com/office/officeart/2018/2/layout/IconLabelList"/>
    <dgm:cxn modelId="{21A4BA1F-443F-406B-A4C5-92EB8A113CFA}" type="presParOf" srcId="{01E4376C-40B1-4634-95F8-8620BE3666E8}" destId="{E77D2E77-E3EA-45BE-BB13-82DB116B0E2E}" srcOrd="1" destOrd="0" presId="urn:microsoft.com/office/officeart/2018/2/layout/IconLabelList"/>
    <dgm:cxn modelId="{FAF76491-6B68-4143-B57F-EC7CC370BFC2}" type="presParOf" srcId="{01E4376C-40B1-4634-95F8-8620BE3666E8}" destId="{DC6C3DB3-D8A6-46C5-9442-A9391A5F8B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12262F-456C-4CA0-9A75-E56CE915260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478168-7FE6-4775-A0DE-40283A4CE051}">
      <dgm:prSet/>
      <dgm:spPr/>
      <dgm:t>
        <a:bodyPr/>
        <a:lstStyle/>
        <a:p>
          <a:r>
            <a:rPr lang="en-US"/>
            <a:t>Technical Achievements:</a:t>
          </a:r>
        </a:p>
      </dgm:t>
    </dgm:pt>
    <dgm:pt modelId="{8BB547E8-004A-45F8-A607-89B62D656C72}" type="parTrans" cxnId="{8263C506-DDAA-4A4C-ACA3-79DAE86A2039}">
      <dgm:prSet/>
      <dgm:spPr/>
      <dgm:t>
        <a:bodyPr/>
        <a:lstStyle/>
        <a:p>
          <a:endParaRPr lang="en-US"/>
        </a:p>
      </dgm:t>
    </dgm:pt>
    <dgm:pt modelId="{42339A07-E015-46EF-B81E-986C31C6A32B}" type="sibTrans" cxnId="{8263C506-DDAA-4A4C-ACA3-79DAE86A2039}">
      <dgm:prSet/>
      <dgm:spPr/>
      <dgm:t>
        <a:bodyPr/>
        <a:lstStyle/>
        <a:p>
          <a:endParaRPr lang="en-US"/>
        </a:p>
      </dgm:t>
    </dgm:pt>
    <dgm:pt modelId="{5AF63095-3667-47FE-92D4-85A494701C62}">
      <dgm:prSet/>
      <dgm:spPr/>
      <dgm:t>
        <a:bodyPr/>
        <a:lstStyle/>
        <a:p>
          <a:r>
            <a:rPr lang="en-US"/>
            <a:t>• 15+ new API endpoints</a:t>
          </a:r>
        </a:p>
      </dgm:t>
    </dgm:pt>
    <dgm:pt modelId="{B1DD3DA7-B689-45E9-B149-20DA6F5D836E}" type="parTrans" cxnId="{010AB0B3-2C9E-471B-AED0-F5B4305D3649}">
      <dgm:prSet/>
      <dgm:spPr/>
      <dgm:t>
        <a:bodyPr/>
        <a:lstStyle/>
        <a:p>
          <a:endParaRPr lang="en-US"/>
        </a:p>
      </dgm:t>
    </dgm:pt>
    <dgm:pt modelId="{E87579EC-68AB-4959-B5CC-296741D65A93}" type="sibTrans" cxnId="{010AB0B3-2C9E-471B-AED0-F5B4305D3649}">
      <dgm:prSet/>
      <dgm:spPr/>
      <dgm:t>
        <a:bodyPr/>
        <a:lstStyle/>
        <a:p>
          <a:endParaRPr lang="en-US"/>
        </a:p>
      </dgm:t>
    </dgm:pt>
    <dgm:pt modelId="{42F1F9C0-286F-469D-9443-8D4727E66C45}">
      <dgm:prSet/>
      <dgm:spPr/>
      <dgm:t>
        <a:bodyPr/>
        <a:lstStyle/>
        <a:p>
          <a:r>
            <a:rPr lang="en-US"/>
            <a:t>• 2 new database tables</a:t>
          </a:r>
        </a:p>
      </dgm:t>
    </dgm:pt>
    <dgm:pt modelId="{BB319706-8797-4FA5-BF13-3D5AA2C1FCC0}" type="parTrans" cxnId="{0D933FA1-928F-4804-8E69-CBE1E0528D52}">
      <dgm:prSet/>
      <dgm:spPr/>
      <dgm:t>
        <a:bodyPr/>
        <a:lstStyle/>
        <a:p>
          <a:endParaRPr lang="en-US"/>
        </a:p>
      </dgm:t>
    </dgm:pt>
    <dgm:pt modelId="{F708C1CB-65D4-4613-B095-5C6593D8A275}" type="sibTrans" cxnId="{0D933FA1-928F-4804-8E69-CBE1E0528D52}">
      <dgm:prSet/>
      <dgm:spPr/>
      <dgm:t>
        <a:bodyPr/>
        <a:lstStyle/>
        <a:p>
          <a:endParaRPr lang="en-US"/>
        </a:p>
      </dgm:t>
    </dgm:pt>
    <dgm:pt modelId="{BBCA9D1D-A4AC-441D-8C00-B0BA6E4694C1}">
      <dgm:prSet/>
      <dgm:spPr/>
      <dgm:t>
        <a:bodyPr/>
        <a:lstStyle/>
        <a:p>
          <a:r>
            <a:rPr lang="en-US"/>
            <a:t>• Advanced caching system</a:t>
          </a:r>
        </a:p>
      </dgm:t>
    </dgm:pt>
    <dgm:pt modelId="{556C8376-4B4A-4790-8F41-5C4FDF6F15E2}" type="parTrans" cxnId="{CA0D340C-F3E1-46FF-9DA0-78CDA2C7F508}">
      <dgm:prSet/>
      <dgm:spPr/>
      <dgm:t>
        <a:bodyPr/>
        <a:lstStyle/>
        <a:p>
          <a:endParaRPr lang="en-US"/>
        </a:p>
      </dgm:t>
    </dgm:pt>
    <dgm:pt modelId="{098D49BD-E23B-41EA-A28B-092991738142}" type="sibTrans" cxnId="{CA0D340C-F3E1-46FF-9DA0-78CDA2C7F508}">
      <dgm:prSet/>
      <dgm:spPr/>
      <dgm:t>
        <a:bodyPr/>
        <a:lstStyle/>
        <a:p>
          <a:endParaRPr lang="en-US"/>
        </a:p>
      </dgm:t>
    </dgm:pt>
    <dgm:pt modelId="{EFA62A86-2186-4031-8C7F-21B3141DE506}">
      <dgm:prSet/>
      <dgm:spPr/>
      <dgm:t>
        <a:bodyPr/>
        <a:lstStyle/>
        <a:p>
          <a:r>
            <a:rPr lang="en-US"/>
            <a:t>• Real-time progress tracking</a:t>
          </a:r>
        </a:p>
      </dgm:t>
    </dgm:pt>
    <dgm:pt modelId="{BDB5CB09-131E-467F-B349-3F184D48D7A4}" type="parTrans" cxnId="{A622A48C-A03E-4D28-866F-D88D9615F956}">
      <dgm:prSet/>
      <dgm:spPr/>
      <dgm:t>
        <a:bodyPr/>
        <a:lstStyle/>
        <a:p>
          <a:endParaRPr lang="en-US"/>
        </a:p>
      </dgm:t>
    </dgm:pt>
    <dgm:pt modelId="{AB9A9920-5354-4C1D-8A3C-3F5A1DC08B84}" type="sibTrans" cxnId="{A622A48C-A03E-4D28-866F-D88D9615F956}">
      <dgm:prSet/>
      <dgm:spPr/>
      <dgm:t>
        <a:bodyPr/>
        <a:lstStyle/>
        <a:p>
          <a:endParaRPr lang="en-US"/>
        </a:p>
      </dgm:t>
    </dgm:pt>
    <dgm:pt modelId="{6FDB7444-7B96-4E77-B6D6-74AA1C28018F}" type="pres">
      <dgm:prSet presAssocID="{FF12262F-456C-4CA0-9A75-E56CE9152609}" presName="root" presStyleCnt="0">
        <dgm:presLayoutVars>
          <dgm:dir/>
          <dgm:resizeHandles val="exact"/>
        </dgm:presLayoutVars>
      </dgm:prSet>
      <dgm:spPr/>
    </dgm:pt>
    <dgm:pt modelId="{08FC2A27-CF3F-470F-8FD1-C881203B97C2}" type="pres">
      <dgm:prSet presAssocID="{37478168-7FE6-4775-A0DE-40283A4CE051}" presName="compNode" presStyleCnt="0"/>
      <dgm:spPr/>
    </dgm:pt>
    <dgm:pt modelId="{B2FB03E9-4ED2-402F-A433-B308FECED33C}" type="pres">
      <dgm:prSet presAssocID="{37478168-7FE6-4775-A0DE-40283A4CE05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90C77BC5-565D-40CD-8EF7-7310190E904D}" type="pres">
      <dgm:prSet presAssocID="{37478168-7FE6-4775-A0DE-40283A4CE051}" presName="spaceRect" presStyleCnt="0"/>
      <dgm:spPr/>
    </dgm:pt>
    <dgm:pt modelId="{7F26C5B9-171E-4015-9CF9-601FE8C1CCBB}" type="pres">
      <dgm:prSet presAssocID="{37478168-7FE6-4775-A0DE-40283A4CE051}" presName="textRect" presStyleLbl="revTx" presStyleIdx="0" presStyleCnt="5">
        <dgm:presLayoutVars>
          <dgm:chMax val="1"/>
          <dgm:chPref val="1"/>
        </dgm:presLayoutVars>
      </dgm:prSet>
      <dgm:spPr/>
    </dgm:pt>
    <dgm:pt modelId="{54FAB711-12EA-4148-B4EE-CBCC11202D42}" type="pres">
      <dgm:prSet presAssocID="{42339A07-E015-46EF-B81E-986C31C6A32B}" presName="sibTrans" presStyleCnt="0"/>
      <dgm:spPr/>
    </dgm:pt>
    <dgm:pt modelId="{89736BC4-EBB9-4ED8-9D71-A3862202BB3A}" type="pres">
      <dgm:prSet presAssocID="{5AF63095-3667-47FE-92D4-85A494701C62}" presName="compNode" presStyleCnt="0"/>
      <dgm:spPr/>
    </dgm:pt>
    <dgm:pt modelId="{D121F768-EFB3-488D-8EC7-8E38D42F573C}" type="pres">
      <dgm:prSet presAssocID="{5AF63095-3667-47FE-92D4-85A494701C6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4D38D43-DA3A-4006-9C42-2F2C720BDDEF}" type="pres">
      <dgm:prSet presAssocID="{5AF63095-3667-47FE-92D4-85A494701C62}" presName="spaceRect" presStyleCnt="0"/>
      <dgm:spPr/>
    </dgm:pt>
    <dgm:pt modelId="{38A036C3-C4C4-496A-AF64-E14CB05DF992}" type="pres">
      <dgm:prSet presAssocID="{5AF63095-3667-47FE-92D4-85A494701C62}" presName="textRect" presStyleLbl="revTx" presStyleIdx="1" presStyleCnt="5">
        <dgm:presLayoutVars>
          <dgm:chMax val="1"/>
          <dgm:chPref val="1"/>
        </dgm:presLayoutVars>
      </dgm:prSet>
      <dgm:spPr/>
    </dgm:pt>
    <dgm:pt modelId="{59CF3224-3927-4281-8A68-E5045DB66983}" type="pres">
      <dgm:prSet presAssocID="{E87579EC-68AB-4959-B5CC-296741D65A93}" presName="sibTrans" presStyleCnt="0"/>
      <dgm:spPr/>
    </dgm:pt>
    <dgm:pt modelId="{794CAB5E-161B-4584-AF7F-15E96C59DBFC}" type="pres">
      <dgm:prSet presAssocID="{42F1F9C0-286F-469D-9443-8D4727E66C45}" presName="compNode" presStyleCnt="0"/>
      <dgm:spPr/>
    </dgm:pt>
    <dgm:pt modelId="{B6AE0B08-DABE-44AA-9AE5-5E542C55CECD}" type="pres">
      <dgm:prSet presAssocID="{42F1F9C0-286F-469D-9443-8D4727E66C4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7F2F9AF3-A8B0-46B0-A93F-93313DC85818}" type="pres">
      <dgm:prSet presAssocID="{42F1F9C0-286F-469D-9443-8D4727E66C45}" presName="spaceRect" presStyleCnt="0"/>
      <dgm:spPr/>
    </dgm:pt>
    <dgm:pt modelId="{9A90AD94-9B41-4A57-83D2-7AF5E66C1085}" type="pres">
      <dgm:prSet presAssocID="{42F1F9C0-286F-469D-9443-8D4727E66C45}" presName="textRect" presStyleLbl="revTx" presStyleIdx="2" presStyleCnt="5">
        <dgm:presLayoutVars>
          <dgm:chMax val="1"/>
          <dgm:chPref val="1"/>
        </dgm:presLayoutVars>
      </dgm:prSet>
      <dgm:spPr/>
    </dgm:pt>
    <dgm:pt modelId="{D90DBD81-404D-44BF-8949-5F7CA580E7EB}" type="pres">
      <dgm:prSet presAssocID="{F708C1CB-65D4-4613-B095-5C6593D8A275}" presName="sibTrans" presStyleCnt="0"/>
      <dgm:spPr/>
    </dgm:pt>
    <dgm:pt modelId="{FED354D3-9E33-4B92-A075-911B4D5C4C8C}" type="pres">
      <dgm:prSet presAssocID="{BBCA9D1D-A4AC-441D-8C00-B0BA6E4694C1}" presName="compNode" presStyleCnt="0"/>
      <dgm:spPr/>
    </dgm:pt>
    <dgm:pt modelId="{4EED34B4-11DC-42B1-B7A3-F09148D4BAFE}" type="pres">
      <dgm:prSet presAssocID="{BBCA9D1D-A4AC-441D-8C00-B0BA6E4694C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481F097-F349-4C8C-AE33-F597934D8609}" type="pres">
      <dgm:prSet presAssocID="{BBCA9D1D-A4AC-441D-8C00-B0BA6E4694C1}" presName="spaceRect" presStyleCnt="0"/>
      <dgm:spPr/>
    </dgm:pt>
    <dgm:pt modelId="{0D44D49F-6A1D-4CF0-B84E-A4448495468D}" type="pres">
      <dgm:prSet presAssocID="{BBCA9D1D-A4AC-441D-8C00-B0BA6E4694C1}" presName="textRect" presStyleLbl="revTx" presStyleIdx="3" presStyleCnt="5">
        <dgm:presLayoutVars>
          <dgm:chMax val="1"/>
          <dgm:chPref val="1"/>
        </dgm:presLayoutVars>
      </dgm:prSet>
      <dgm:spPr/>
    </dgm:pt>
    <dgm:pt modelId="{453B52F8-1923-4F34-9C5E-94046723B6DF}" type="pres">
      <dgm:prSet presAssocID="{098D49BD-E23B-41EA-A28B-092991738142}" presName="sibTrans" presStyleCnt="0"/>
      <dgm:spPr/>
    </dgm:pt>
    <dgm:pt modelId="{ACE709D0-9FFE-4EF6-BB47-CC3497EB19F5}" type="pres">
      <dgm:prSet presAssocID="{EFA62A86-2186-4031-8C7F-21B3141DE506}" presName="compNode" presStyleCnt="0"/>
      <dgm:spPr/>
    </dgm:pt>
    <dgm:pt modelId="{3AA5D9A7-D753-4B01-9B23-C17206EA6C8F}" type="pres">
      <dgm:prSet presAssocID="{EFA62A86-2186-4031-8C7F-21B3141DE50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3D31692-510F-4FE3-A173-198CAFFA3518}" type="pres">
      <dgm:prSet presAssocID="{EFA62A86-2186-4031-8C7F-21B3141DE506}" presName="spaceRect" presStyleCnt="0"/>
      <dgm:spPr/>
    </dgm:pt>
    <dgm:pt modelId="{62015218-6F86-433E-B80C-BE463087F776}" type="pres">
      <dgm:prSet presAssocID="{EFA62A86-2186-4031-8C7F-21B3141DE50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263C506-DDAA-4A4C-ACA3-79DAE86A2039}" srcId="{FF12262F-456C-4CA0-9A75-E56CE9152609}" destId="{37478168-7FE6-4775-A0DE-40283A4CE051}" srcOrd="0" destOrd="0" parTransId="{8BB547E8-004A-45F8-A607-89B62D656C72}" sibTransId="{42339A07-E015-46EF-B81E-986C31C6A32B}"/>
    <dgm:cxn modelId="{CA0D340C-F3E1-46FF-9DA0-78CDA2C7F508}" srcId="{FF12262F-456C-4CA0-9A75-E56CE9152609}" destId="{BBCA9D1D-A4AC-441D-8C00-B0BA6E4694C1}" srcOrd="3" destOrd="0" parTransId="{556C8376-4B4A-4790-8F41-5C4FDF6F15E2}" sibTransId="{098D49BD-E23B-41EA-A28B-092991738142}"/>
    <dgm:cxn modelId="{DB49D71A-D688-4023-B415-DDE808792E1B}" type="presOf" srcId="{42F1F9C0-286F-469D-9443-8D4727E66C45}" destId="{9A90AD94-9B41-4A57-83D2-7AF5E66C1085}" srcOrd="0" destOrd="0" presId="urn:microsoft.com/office/officeart/2018/2/layout/IconLabelList"/>
    <dgm:cxn modelId="{A622A48C-A03E-4D28-866F-D88D9615F956}" srcId="{FF12262F-456C-4CA0-9A75-E56CE9152609}" destId="{EFA62A86-2186-4031-8C7F-21B3141DE506}" srcOrd="4" destOrd="0" parTransId="{BDB5CB09-131E-467F-B349-3F184D48D7A4}" sibTransId="{AB9A9920-5354-4C1D-8A3C-3F5A1DC08B84}"/>
    <dgm:cxn modelId="{3024629C-A470-4C24-8337-CC3070833927}" type="presOf" srcId="{EFA62A86-2186-4031-8C7F-21B3141DE506}" destId="{62015218-6F86-433E-B80C-BE463087F776}" srcOrd="0" destOrd="0" presId="urn:microsoft.com/office/officeart/2018/2/layout/IconLabelList"/>
    <dgm:cxn modelId="{0D933FA1-928F-4804-8E69-CBE1E0528D52}" srcId="{FF12262F-456C-4CA0-9A75-E56CE9152609}" destId="{42F1F9C0-286F-469D-9443-8D4727E66C45}" srcOrd="2" destOrd="0" parTransId="{BB319706-8797-4FA5-BF13-3D5AA2C1FCC0}" sibTransId="{F708C1CB-65D4-4613-B095-5C6593D8A275}"/>
    <dgm:cxn modelId="{3C1791A9-A378-46E9-9D34-B8B63D309910}" type="presOf" srcId="{5AF63095-3667-47FE-92D4-85A494701C62}" destId="{38A036C3-C4C4-496A-AF64-E14CB05DF992}" srcOrd="0" destOrd="0" presId="urn:microsoft.com/office/officeart/2018/2/layout/IconLabelList"/>
    <dgm:cxn modelId="{1D8526B0-89A2-4DED-A5CF-FC2067CE1C40}" type="presOf" srcId="{37478168-7FE6-4775-A0DE-40283A4CE051}" destId="{7F26C5B9-171E-4015-9CF9-601FE8C1CCBB}" srcOrd="0" destOrd="0" presId="urn:microsoft.com/office/officeart/2018/2/layout/IconLabelList"/>
    <dgm:cxn modelId="{010AB0B3-2C9E-471B-AED0-F5B4305D3649}" srcId="{FF12262F-456C-4CA0-9A75-E56CE9152609}" destId="{5AF63095-3667-47FE-92D4-85A494701C62}" srcOrd="1" destOrd="0" parTransId="{B1DD3DA7-B689-45E9-B149-20DA6F5D836E}" sibTransId="{E87579EC-68AB-4959-B5CC-296741D65A93}"/>
    <dgm:cxn modelId="{153F1CB7-E541-4505-8BBA-C9607610B285}" type="presOf" srcId="{BBCA9D1D-A4AC-441D-8C00-B0BA6E4694C1}" destId="{0D44D49F-6A1D-4CF0-B84E-A4448495468D}" srcOrd="0" destOrd="0" presId="urn:microsoft.com/office/officeart/2018/2/layout/IconLabelList"/>
    <dgm:cxn modelId="{DEB94DF3-6197-408F-A1C6-3F23844E3EA9}" type="presOf" srcId="{FF12262F-456C-4CA0-9A75-E56CE9152609}" destId="{6FDB7444-7B96-4E77-B6D6-74AA1C28018F}" srcOrd="0" destOrd="0" presId="urn:microsoft.com/office/officeart/2018/2/layout/IconLabelList"/>
    <dgm:cxn modelId="{D95A3241-E556-4701-8E09-9B382F9C84DC}" type="presParOf" srcId="{6FDB7444-7B96-4E77-B6D6-74AA1C28018F}" destId="{08FC2A27-CF3F-470F-8FD1-C881203B97C2}" srcOrd="0" destOrd="0" presId="urn:microsoft.com/office/officeart/2018/2/layout/IconLabelList"/>
    <dgm:cxn modelId="{AA86989D-2775-408E-9ADA-33BB71499D6D}" type="presParOf" srcId="{08FC2A27-CF3F-470F-8FD1-C881203B97C2}" destId="{B2FB03E9-4ED2-402F-A433-B308FECED33C}" srcOrd="0" destOrd="0" presId="urn:microsoft.com/office/officeart/2018/2/layout/IconLabelList"/>
    <dgm:cxn modelId="{CC754810-0069-468E-861A-409D0B5FB28B}" type="presParOf" srcId="{08FC2A27-CF3F-470F-8FD1-C881203B97C2}" destId="{90C77BC5-565D-40CD-8EF7-7310190E904D}" srcOrd="1" destOrd="0" presId="urn:microsoft.com/office/officeart/2018/2/layout/IconLabelList"/>
    <dgm:cxn modelId="{E8E68FD2-9BBE-461B-8914-1E0436E06E29}" type="presParOf" srcId="{08FC2A27-CF3F-470F-8FD1-C881203B97C2}" destId="{7F26C5B9-171E-4015-9CF9-601FE8C1CCBB}" srcOrd="2" destOrd="0" presId="urn:microsoft.com/office/officeart/2018/2/layout/IconLabelList"/>
    <dgm:cxn modelId="{F8D80125-C397-4FAF-9762-DCEE60BBA40F}" type="presParOf" srcId="{6FDB7444-7B96-4E77-B6D6-74AA1C28018F}" destId="{54FAB711-12EA-4148-B4EE-CBCC11202D42}" srcOrd="1" destOrd="0" presId="urn:microsoft.com/office/officeart/2018/2/layout/IconLabelList"/>
    <dgm:cxn modelId="{AE943ACA-C7F8-4186-911C-CFF659550100}" type="presParOf" srcId="{6FDB7444-7B96-4E77-B6D6-74AA1C28018F}" destId="{89736BC4-EBB9-4ED8-9D71-A3862202BB3A}" srcOrd="2" destOrd="0" presId="urn:microsoft.com/office/officeart/2018/2/layout/IconLabelList"/>
    <dgm:cxn modelId="{94824C24-CD8E-4F38-A614-0D6989BE22AF}" type="presParOf" srcId="{89736BC4-EBB9-4ED8-9D71-A3862202BB3A}" destId="{D121F768-EFB3-488D-8EC7-8E38D42F573C}" srcOrd="0" destOrd="0" presId="urn:microsoft.com/office/officeart/2018/2/layout/IconLabelList"/>
    <dgm:cxn modelId="{61963AB6-EDBD-49BA-A655-5FA1778CEF9E}" type="presParOf" srcId="{89736BC4-EBB9-4ED8-9D71-A3862202BB3A}" destId="{F4D38D43-DA3A-4006-9C42-2F2C720BDDEF}" srcOrd="1" destOrd="0" presId="urn:microsoft.com/office/officeart/2018/2/layout/IconLabelList"/>
    <dgm:cxn modelId="{39F6D4A8-5D33-4C4F-BD0F-69E39A5DC41E}" type="presParOf" srcId="{89736BC4-EBB9-4ED8-9D71-A3862202BB3A}" destId="{38A036C3-C4C4-496A-AF64-E14CB05DF992}" srcOrd="2" destOrd="0" presId="urn:microsoft.com/office/officeart/2018/2/layout/IconLabelList"/>
    <dgm:cxn modelId="{E9EA1C56-B097-40CE-AA10-7B49A72C074C}" type="presParOf" srcId="{6FDB7444-7B96-4E77-B6D6-74AA1C28018F}" destId="{59CF3224-3927-4281-8A68-E5045DB66983}" srcOrd="3" destOrd="0" presId="urn:microsoft.com/office/officeart/2018/2/layout/IconLabelList"/>
    <dgm:cxn modelId="{9A3C9085-7308-423E-AC73-C87014BB8508}" type="presParOf" srcId="{6FDB7444-7B96-4E77-B6D6-74AA1C28018F}" destId="{794CAB5E-161B-4584-AF7F-15E96C59DBFC}" srcOrd="4" destOrd="0" presId="urn:microsoft.com/office/officeart/2018/2/layout/IconLabelList"/>
    <dgm:cxn modelId="{DD10A5CE-0039-40DE-BE3F-9CBE79687AA4}" type="presParOf" srcId="{794CAB5E-161B-4584-AF7F-15E96C59DBFC}" destId="{B6AE0B08-DABE-44AA-9AE5-5E542C55CECD}" srcOrd="0" destOrd="0" presId="urn:microsoft.com/office/officeart/2018/2/layout/IconLabelList"/>
    <dgm:cxn modelId="{1520BF73-DAA7-4B2B-9177-F8D90735DEC8}" type="presParOf" srcId="{794CAB5E-161B-4584-AF7F-15E96C59DBFC}" destId="{7F2F9AF3-A8B0-46B0-A93F-93313DC85818}" srcOrd="1" destOrd="0" presId="urn:microsoft.com/office/officeart/2018/2/layout/IconLabelList"/>
    <dgm:cxn modelId="{F4F74536-E850-49D3-B0AF-C0FFB3780E89}" type="presParOf" srcId="{794CAB5E-161B-4584-AF7F-15E96C59DBFC}" destId="{9A90AD94-9B41-4A57-83D2-7AF5E66C1085}" srcOrd="2" destOrd="0" presId="urn:microsoft.com/office/officeart/2018/2/layout/IconLabelList"/>
    <dgm:cxn modelId="{B42DA258-C803-4410-9C0F-7E15C03531B9}" type="presParOf" srcId="{6FDB7444-7B96-4E77-B6D6-74AA1C28018F}" destId="{D90DBD81-404D-44BF-8949-5F7CA580E7EB}" srcOrd="5" destOrd="0" presId="urn:microsoft.com/office/officeart/2018/2/layout/IconLabelList"/>
    <dgm:cxn modelId="{22560AF6-1521-4245-B6B0-517AD76D348D}" type="presParOf" srcId="{6FDB7444-7B96-4E77-B6D6-74AA1C28018F}" destId="{FED354D3-9E33-4B92-A075-911B4D5C4C8C}" srcOrd="6" destOrd="0" presId="urn:microsoft.com/office/officeart/2018/2/layout/IconLabelList"/>
    <dgm:cxn modelId="{3E9037EC-00AA-46CC-9E79-7ACDE68D1568}" type="presParOf" srcId="{FED354D3-9E33-4B92-A075-911B4D5C4C8C}" destId="{4EED34B4-11DC-42B1-B7A3-F09148D4BAFE}" srcOrd="0" destOrd="0" presId="urn:microsoft.com/office/officeart/2018/2/layout/IconLabelList"/>
    <dgm:cxn modelId="{E0F4BC31-0232-4F23-A8D5-4D5C9B7044E2}" type="presParOf" srcId="{FED354D3-9E33-4B92-A075-911B4D5C4C8C}" destId="{C481F097-F349-4C8C-AE33-F597934D8609}" srcOrd="1" destOrd="0" presId="urn:microsoft.com/office/officeart/2018/2/layout/IconLabelList"/>
    <dgm:cxn modelId="{086AA553-B155-4CB7-B053-B66AA2470AB0}" type="presParOf" srcId="{FED354D3-9E33-4B92-A075-911B4D5C4C8C}" destId="{0D44D49F-6A1D-4CF0-B84E-A4448495468D}" srcOrd="2" destOrd="0" presId="urn:microsoft.com/office/officeart/2018/2/layout/IconLabelList"/>
    <dgm:cxn modelId="{A9B3B740-9CE0-4D57-8B6B-9F149D09D976}" type="presParOf" srcId="{6FDB7444-7B96-4E77-B6D6-74AA1C28018F}" destId="{453B52F8-1923-4F34-9C5E-94046723B6DF}" srcOrd="7" destOrd="0" presId="urn:microsoft.com/office/officeart/2018/2/layout/IconLabelList"/>
    <dgm:cxn modelId="{61A4AC05-8A98-47EC-9198-13AFFA9600C2}" type="presParOf" srcId="{6FDB7444-7B96-4E77-B6D6-74AA1C28018F}" destId="{ACE709D0-9FFE-4EF6-BB47-CC3497EB19F5}" srcOrd="8" destOrd="0" presId="urn:microsoft.com/office/officeart/2018/2/layout/IconLabelList"/>
    <dgm:cxn modelId="{616DD3C3-E0BB-4B37-A3F3-7DAF424F82AA}" type="presParOf" srcId="{ACE709D0-9FFE-4EF6-BB47-CC3497EB19F5}" destId="{3AA5D9A7-D753-4B01-9B23-C17206EA6C8F}" srcOrd="0" destOrd="0" presId="urn:microsoft.com/office/officeart/2018/2/layout/IconLabelList"/>
    <dgm:cxn modelId="{E2BD2468-228F-41DF-80F9-5A0733511C30}" type="presParOf" srcId="{ACE709D0-9FFE-4EF6-BB47-CC3497EB19F5}" destId="{33D31692-510F-4FE3-A173-198CAFFA3518}" srcOrd="1" destOrd="0" presId="urn:microsoft.com/office/officeart/2018/2/layout/IconLabelList"/>
    <dgm:cxn modelId="{25CB3E43-51E2-41D9-A047-F22EBBC1C4A8}" type="presParOf" srcId="{ACE709D0-9FFE-4EF6-BB47-CC3497EB19F5}" destId="{62015218-6F86-433E-B80C-BE463087F77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1261C-D04B-465D-ADA7-A5DB9378F85F}">
      <dsp:nvSpPr>
        <dsp:cNvPr id="0" name=""/>
        <dsp:cNvSpPr/>
      </dsp:nvSpPr>
      <dsp:spPr>
        <a:xfrm>
          <a:off x="419527" y="850834"/>
          <a:ext cx="678691" cy="6786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A7728-066F-457B-A820-7229936366BB}">
      <dsp:nvSpPr>
        <dsp:cNvPr id="0" name=""/>
        <dsp:cNvSpPr/>
      </dsp:nvSpPr>
      <dsp:spPr>
        <a:xfrm>
          <a:off x="4771" y="1755786"/>
          <a:ext cx="1508203" cy="60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✅ Advanced Expense Forecasting Engine</a:t>
          </a:r>
        </a:p>
      </dsp:txBody>
      <dsp:txXfrm>
        <a:off x="4771" y="1755786"/>
        <a:ext cx="1508203" cy="603281"/>
      </dsp:txXfrm>
    </dsp:sp>
    <dsp:sp modelId="{28CE3204-BB52-4C61-894B-26CB4F4C2DF3}">
      <dsp:nvSpPr>
        <dsp:cNvPr id="0" name=""/>
        <dsp:cNvSpPr/>
      </dsp:nvSpPr>
      <dsp:spPr>
        <a:xfrm>
          <a:off x="2191666" y="850834"/>
          <a:ext cx="678691" cy="6786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6254B-DA83-497B-99C6-964D790CFA66}">
      <dsp:nvSpPr>
        <dsp:cNvPr id="0" name=""/>
        <dsp:cNvSpPr/>
      </dsp:nvSpPr>
      <dsp:spPr>
        <a:xfrm>
          <a:off x="1776910" y="1755786"/>
          <a:ext cx="1508203" cy="60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✅ Financial Goal Creation &amp; Tracking</a:t>
          </a:r>
        </a:p>
      </dsp:txBody>
      <dsp:txXfrm>
        <a:off x="1776910" y="1755786"/>
        <a:ext cx="1508203" cy="603281"/>
      </dsp:txXfrm>
    </dsp:sp>
    <dsp:sp modelId="{0FBD73D5-F237-4DD3-ADFE-E4A95482E7BF}">
      <dsp:nvSpPr>
        <dsp:cNvPr id="0" name=""/>
        <dsp:cNvSpPr/>
      </dsp:nvSpPr>
      <dsp:spPr>
        <a:xfrm>
          <a:off x="3963804" y="850834"/>
          <a:ext cx="678691" cy="6786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73D77-1740-4984-A974-77963C9976C4}">
      <dsp:nvSpPr>
        <dsp:cNvPr id="0" name=""/>
        <dsp:cNvSpPr/>
      </dsp:nvSpPr>
      <dsp:spPr>
        <a:xfrm>
          <a:off x="3549049" y="1755786"/>
          <a:ext cx="1508203" cy="60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✅ AI-Powered Goal Coaching</a:t>
          </a:r>
        </a:p>
      </dsp:txBody>
      <dsp:txXfrm>
        <a:off x="3549049" y="1755786"/>
        <a:ext cx="1508203" cy="603281"/>
      </dsp:txXfrm>
    </dsp:sp>
    <dsp:sp modelId="{B4BFB414-8869-405E-84C9-EF6F58C2516E}">
      <dsp:nvSpPr>
        <dsp:cNvPr id="0" name=""/>
        <dsp:cNvSpPr/>
      </dsp:nvSpPr>
      <dsp:spPr>
        <a:xfrm>
          <a:off x="5735943" y="850834"/>
          <a:ext cx="678691" cy="6786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A54C6-C8C5-4E17-8034-47EC45E17062}">
      <dsp:nvSpPr>
        <dsp:cNvPr id="0" name=""/>
        <dsp:cNvSpPr/>
      </dsp:nvSpPr>
      <dsp:spPr>
        <a:xfrm>
          <a:off x="5321187" y="1755786"/>
          <a:ext cx="1508203" cy="60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✅ Savings Progress Management</a:t>
          </a:r>
        </a:p>
      </dsp:txBody>
      <dsp:txXfrm>
        <a:off x="5321187" y="1755786"/>
        <a:ext cx="1508203" cy="603281"/>
      </dsp:txXfrm>
    </dsp:sp>
    <dsp:sp modelId="{BC7D890B-BE36-4A17-B5B5-15C098FEB29E}">
      <dsp:nvSpPr>
        <dsp:cNvPr id="0" name=""/>
        <dsp:cNvSpPr/>
      </dsp:nvSpPr>
      <dsp:spPr>
        <a:xfrm>
          <a:off x="7508082" y="850834"/>
          <a:ext cx="678691" cy="6786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F7EEC-7000-4C28-83C3-3E64D251B219}">
      <dsp:nvSpPr>
        <dsp:cNvPr id="0" name=""/>
        <dsp:cNvSpPr/>
      </dsp:nvSpPr>
      <dsp:spPr>
        <a:xfrm>
          <a:off x="7093326" y="1755786"/>
          <a:ext cx="1508203" cy="60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✅ Multi-Category Forecasting</a:t>
          </a:r>
        </a:p>
      </dsp:txBody>
      <dsp:txXfrm>
        <a:off x="7093326" y="1755786"/>
        <a:ext cx="1508203" cy="603281"/>
      </dsp:txXfrm>
    </dsp:sp>
    <dsp:sp modelId="{9F7BE7C9-2EC0-4A96-BA7F-690459172276}">
      <dsp:nvSpPr>
        <dsp:cNvPr id="0" name=""/>
        <dsp:cNvSpPr/>
      </dsp:nvSpPr>
      <dsp:spPr>
        <a:xfrm>
          <a:off x="9280220" y="850834"/>
          <a:ext cx="678691" cy="67869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C3DB3-D8A6-46C5-9442-A9391A5F8B37}">
      <dsp:nvSpPr>
        <dsp:cNvPr id="0" name=""/>
        <dsp:cNvSpPr/>
      </dsp:nvSpPr>
      <dsp:spPr>
        <a:xfrm>
          <a:off x="8865465" y="1755786"/>
          <a:ext cx="1508203" cy="60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✅ Forecast Performance Analytics</a:t>
          </a:r>
        </a:p>
      </dsp:txBody>
      <dsp:txXfrm>
        <a:off x="8865465" y="1755786"/>
        <a:ext cx="1508203" cy="6032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B03E9-4ED2-402F-A433-B308FECED33C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6C5B9-171E-4015-9CF9-601FE8C1CCBB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Technical Achievements:</a:t>
          </a:r>
        </a:p>
      </dsp:txBody>
      <dsp:txXfrm>
        <a:off x="333914" y="2276522"/>
        <a:ext cx="1800000" cy="720000"/>
      </dsp:txXfrm>
    </dsp:sp>
    <dsp:sp modelId="{D121F768-EFB3-488D-8EC7-8E38D42F573C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036C3-C4C4-496A-AF64-E14CB05DF992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15+ new API endpoints</a:t>
          </a:r>
        </a:p>
      </dsp:txBody>
      <dsp:txXfrm>
        <a:off x="2448914" y="2276522"/>
        <a:ext cx="1800000" cy="720000"/>
      </dsp:txXfrm>
    </dsp:sp>
    <dsp:sp modelId="{B6AE0B08-DABE-44AA-9AE5-5E542C55CECD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0AD94-9B41-4A57-83D2-7AF5E66C1085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2 new database tables</a:t>
          </a:r>
        </a:p>
      </dsp:txBody>
      <dsp:txXfrm>
        <a:off x="4563914" y="2276522"/>
        <a:ext cx="1800000" cy="720000"/>
      </dsp:txXfrm>
    </dsp:sp>
    <dsp:sp modelId="{4EED34B4-11DC-42B1-B7A3-F09148D4BAFE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4D49F-6A1D-4CF0-B84E-A4448495468D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Advanced caching system</a:t>
          </a:r>
        </a:p>
      </dsp:txBody>
      <dsp:txXfrm>
        <a:off x="6678914" y="2276522"/>
        <a:ext cx="1800000" cy="720000"/>
      </dsp:txXfrm>
    </dsp:sp>
    <dsp:sp modelId="{3AA5D9A7-D753-4B01-9B23-C17206EA6C8F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15218-6F86-433E-B80C-BE463087F776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Real-time progress tracking</a:t>
          </a:r>
        </a:p>
      </dsp:txBody>
      <dsp:txXfrm>
        <a:off x="8793914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22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9708" y="666351"/>
            <a:ext cx="10558405" cy="3044335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Budget wise AI</a:t>
            </a:r>
          </a:p>
          <a:p>
            <a:r>
              <a:rPr lang="en-US" sz="4800">
                <a:solidFill>
                  <a:schemeClr val="bg1"/>
                </a:solidFill>
              </a:rPr>
              <a:t>Based expense</a:t>
            </a:r>
          </a:p>
          <a:p>
            <a:r>
              <a:rPr lang="en-US" sz="4800">
                <a:solidFill>
                  <a:schemeClr val="bg1"/>
                </a:solidFill>
              </a:rPr>
              <a:t>forecasting too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🔮 Advanced AI Forecasting + 🎯 Smart Goal Management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60BF3-69BC-2883-06D9-98CAAAFB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🎯 MILESTONE 3 OBJECTIVES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A74BDB-560D-9A9F-3CA1-EC5CA0B965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168987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8128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D3A09-97A6-B56F-BB2F-B850D912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ea typeface="+mj-lt"/>
                <a:cs typeface="+mj-lt"/>
              </a:rPr>
              <a:t>🔮 ADVANCED FORECASTING ENGINE</a:t>
            </a:r>
          </a:p>
          <a:p>
            <a:endParaRPr lang="en-US" sz="370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DE8DF-B693-1AE0-6F86-B753FEBC7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✅ Prophet AI integration with fallback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✅ Multi-category expense predictions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✅ Anomaly detection in spending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✅ Confidence interval calculations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✅ Seasonal trend analysis</a:t>
            </a:r>
            <a:endParaRPr lang="en-US" sz="2400"/>
          </a:p>
          <a:p>
            <a:endParaRPr lang="en-US" sz="2400"/>
          </a:p>
          <a:p>
            <a:r>
              <a:rPr lang="en-US" sz="2400">
                <a:ea typeface="+mn-lt"/>
                <a:cs typeface="+mn-lt"/>
              </a:rPr>
              <a:t>New Endpoints:</a:t>
            </a:r>
          </a:p>
          <a:p>
            <a:r>
              <a:rPr lang="en-US" sz="2400">
                <a:ea typeface="+mn-lt"/>
                <a:cs typeface="+mn-lt"/>
              </a:rPr>
              <a:t>• POST /forecast - Generate predictions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• GET /forecast/categories - Available categories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• POST /forecast/compare - Multi-category analysis</a:t>
            </a:r>
          </a:p>
          <a:p>
            <a:r>
              <a:rPr lang="en-US" sz="2400">
                <a:ea typeface="+mn-lt"/>
                <a:cs typeface="+mn-lt"/>
              </a:rPr>
              <a:t>• GET /forecast/performance - Model metrics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13931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C5077D-C404-BBFA-BA62-FEECC7F1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🔮 ADVANCED FORECASTING ENGINE</a:t>
            </a:r>
          </a:p>
          <a:p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FB288E-A4A9-4501-0E99-613FD1AD5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436" y="2072640"/>
            <a:ext cx="10653252" cy="4128135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93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AD037-DFF6-EBBB-358C-BCDC6E8C5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🔮 ADVANCED FORECASTING ENGINE</a:t>
            </a:r>
          </a:p>
          <a:p>
            <a:pPr algn="ctr"/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174CDD-E5F4-84B7-29EA-58121E825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5328" y="2354239"/>
            <a:ext cx="7741344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7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1B1D4-3503-38D1-53FA-B418963A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🎯 GOAL MANAGEMENT SYSTEM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  <a:latin typeface="Aptos Display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F7B41-FE93-41CF-4B1D-0F4EFD33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Create savings/spending reduction goals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Track progress with visual indicators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Add savings contributions to goals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Goal status tracking (active/achieved/overdue)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Days remaining calculations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New Endpoints: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• POST /goals - Create goals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• GET /goals - List user goals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• DELETE /goals/{id} - Remove goals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• POST /goals/{id}/savings - Add savings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880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CD5D4-F4F5-4A72-7070-7EB29B24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🎯 GOAL MANAGEMENT SYSTEM</a:t>
            </a:r>
          </a:p>
          <a:p>
            <a:endParaRPr lang="en-US" sz="31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98C3BF-982C-61DB-D1EB-A9C513F17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712" y="467208"/>
            <a:ext cx="5257180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92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6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457200" dist="63500" sx="99000" sy="99000" algn="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1D810-B5C1-9703-2182-F2D4C5BC1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45" y="5546162"/>
            <a:ext cx="6661702" cy="953611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🤖 AI GOAL COACHING</a:t>
            </a:r>
            <a:endParaRPr lang="en-US" sz="4000"/>
          </a:p>
          <a:p>
            <a:endParaRPr lang="en-US" sz="4000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6DCD21FD-5924-B058-0853-20C3A0C39B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3" r="-10" b="-10"/>
          <a:stretch>
            <a:fillRect/>
          </a:stretch>
        </p:blipFill>
        <p:spPr>
          <a:xfrm>
            <a:off x="20" y="-1"/>
            <a:ext cx="7574488" cy="51615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5D017-7787-DAF1-4D82-78435301E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0064" y="743803"/>
            <a:ext cx="3144523" cy="547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>
                <a:ea typeface="+mn-lt"/>
                <a:cs typeface="+mn-lt"/>
              </a:rPr>
              <a:t>✅ Financial situation analysis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✅ Success probability calculations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✅ Personalized action plans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✅ Realistic feasibility scoring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✅ Spending optimization recommendations</a:t>
            </a:r>
            <a:endParaRPr lang="en-US" sz="1600"/>
          </a:p>
          <a:p>
            <a:endParaRPr lang="en-US" sz="1600"/>
          </a:p>
          <a:p>
            <a:r>
              <a:rPr lang="en-US" sz="1600">
                <a:ea typeface="+mn-lt"/>
                <a:cs typeface="+mn-lt"/>
              </a:rPr>
              <a:t>Features: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• Monthly income/expense analysis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• Savings capacity assessment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• Timeline adjustments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• Achievement probability estimates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96453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C4AA9-7847-4497-DFC3-3E25C880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🤖 AI GOAL COACHING</a:t>
            </a:r>
          </a:p>
          <a:p>
            <a:pPr algn="ctr"/>
            <a:endParaRPr lang="en-US" sz="66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78C08EC-F8AA-6E25-C7D3-BD129786B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183" y="2619784"/>
            <a:ext cx="2943033" cy="360004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D5B949-C0CF-815C-F99B-01A2941F8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983" y="2619784"/>
            <a:ext cx="3042034" cy="360004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90977C-0747-CBEF-9A3C-A64D5C016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782" y="2619784"/>
            <a:ext cx="3141035" cy="360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6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78BED-7CCC-4682-3495-530F8C77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💰 NEW: SAVINGS TRACKING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0B11B-F7D8-8565-FB70-8DB559D5B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ea typeface="+mn-lt"/>
                <a:cs typeface="+mn-lt"/>
              </a:rPr>
              <a:t>✅ Track individual savings contributions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✅ Savings history with dates/descriptions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✅ Real-time progress updates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✅ Goal completion detection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Frontend Integration: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• Savings entry interface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• Progress visualization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• Historical savings 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35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89B33-7C95-EAA0-68C9-64F7F5E2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💰 NEW: SAVINGS TRACKING</a:t>
            </a:r>
          </a:p>
          <a:p>
            <a:pPr algn="ctr"/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7110CB-E04A-9481-45BD-A12168224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7281" y="643466"/>
            <a:ext cx="580076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94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90896-07E4-904E-EB8B-F3EE3605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🔧 DATABASE ENHANCEMENTS</a:t>
            </a:r>
            <a:endParaRPr lang="en-US" sz="4000"/>
          </a:p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BF350-DB95-535F-77A8-F116CFD9C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New Tables in init_db.sql: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• financial_goals - Goal definitions &amp; progress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• goal_savings - Individual savings entries</a:t>
            </a:r>
            <a:endParaRPr lang="en-US" sz="2000"/>
          </a:p>
          <a:p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Enhanced Schema: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• Goal type enforcement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• Progress tracking fields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• Timestamp automation</a:t>
            </a:r>
            <a:endParaRPr lang="en-US" sz="2000"/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• Foreign key relationships</a:t>
            </a:r>
            <a:endParaRPr lang="en-US" sz="200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DF9F747E-FFD7-0C22-99E6-1B39710D09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32" r="15726" b="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0101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B359E-2146-8A00-85CE-51F0509B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000">
                <a:solidFill>
                  <a:srgbClr val="FFFFFF"/>
                </a:solidFill>
                <a:ea typeface="+mj-lt"/>
                <a:cs typeface="+mj-lt"/>
              </a:rPr>
              <a:t>🎯 MILESTONE 3 COMPLETION SUMMARY</a:t>
            </a:r>
            <a:endParaRPr lang="en-US" sz="5000">
              <a:solidFill>
                <a:srgbClr val="FFFFFF"/>
              </a:solidFill>
            </a:endParaRPr>
          </a:p>
          <a:p>
            <a:endParaRPr lang="en-US" sz="5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7A432-B84E-9388-F065-156796270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New Backend Features: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Advanced forecasting with Prophet AI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Complete goal management system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AI-powered financial coaching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Savings tracking &amp; progress monitoring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New Frontend Features: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Forecasting dashboard &amp; visualizations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Goal creation &amp; tracking interface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AI coaching results display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✅ Savings management interface</a:t>
            </a:r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867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A33C10-E613-41DB-F371-5E713277D8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89160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0623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563BBD-9487-93A2-37B8-0BAB3112E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417EAE8-8AE9-BF37-3E16-A89307520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8131" y="2354239"/>
            <a:ext cx="8355737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15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A0233-475E-3205-DDF5-4A9C9D46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 View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1149B4-760F-5E0C-08F6-272CB0C97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721" y="2354239"/>
            <a:ext cx="8182558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38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Budget wise AI Based expense forecasting too</vt:lpstr>
      <vt:lpstr>🎯 MILESTONE 3 OBJECTIVES</vt:lpstr>
      <vt:lpstr>🔮 ADVANCED FORECASTING ENGINE </vt:lpstr>
      <vt:lpstr>🔮 ADVANCED FORECASTING ENGINE </vt:lpstr>
      <vt:lpstr>🔮 ADVANCED FORECASTING ENGINE </vt:lpstr>
      <vt:lpstr>🎯 GOAL MANAGEMENT SYSTEM </vt:lpstr>
      <vt:lpstr>🎯 GOAL MANAGEMENT SYSTEM </vt:lpstr>
      <vt:lpstr>🤖 AI GOAL COACHING </vt:lpstr>
      <vt:lpstr>🤖 AI GOAL COACHING </vt:lpstr>
      <vt:lpstr>💰 NEW: SAVINGS TRACKING </vt:lpstr>
      <vt:lpstr>💰 NEW: SAVINGS TRACKING </vt:lpstr>
      <vt:lpstr>🔧 DATABASE ENHANCEMENTS </vt:lpstr>
      <vt:lpstr>🎯 MILESTONE 3 COMPLETION SUMMARY </vt:lpstr>
      <vt:lpstr>PowerPoint Presentation</vt:lpstr>
      <vt:lpstr>Overall View</vt:lpstr>
      <vt:lpstr>Overall 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2013-07-15T20:26:40Z</dcterms:created>
  <dcterms:modified xsi:type="dcterms:W3CDTF">2025-11-20T13:33:31Z</dcterms:modified>
</cp:coreProperties>
</file>