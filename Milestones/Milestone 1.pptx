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  <p:sldId id="27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2124B0-FDEC-0C87-85A7-3E588D74688A}" v="17" dt="2025-11-10T11:37:50.056"/>
    <p1510:client id="{AF24F1ED-4DE0-07D2-8892-74174D54B2E6}" v="8" dt="2025-11-10T12:19:41.55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svg"/><Relationship Id="rId1" Type="http://schemas.openxmlformats.org/officeDocument/2006/relationships/image" Target="../media/image15.png"/><Relationship Id="rId6" Type="http://schemas.openxmlformats.org/officeDocument/2006/relationships/image" Target="../media/image20.svg"/><Relationship Id="rId5" Type="http://schemas.openxmlformats.org/officeDocument/2006/relationships/image" Target="../media/image19.png"/><Relationship Id="rId10" Type="http://schemas.openxmlformats.org/officeDocument/2006/relationships/image" Target="../media/image24.svg"/><Relationship Id="rId4" Type="http://schemas.openxmlformats.org/officeDocument/2006/relationships/image" Target="../media/image18.svg"/><Relationship Id="rId9" Type="http://schemas.openxmlformats.org/officeDocument/2006/relationships/image" Target="../media/image23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EB5C21F-ECDD-4FC1-A289-62D9EE020302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5E9D73A7-DFEE-48DD-B449-CDC14DC13855}">
      <dgm:prSet/>
      <dgm:spPr/>
      <dgm:t>
        <a:bodyPr/>
        <a:lstStyle/>
        <a:p>
          <a:r>
            <a:rPr lang="en-US"/>
            <a:t>Secure Registration: Email/password with bcrypt hashing</a:t>
          </a:r>
        </a:p>
      </dgm:t>
    </dgm:pt>
    <dgm:pt modelId="{CF410959-D483-4A56-9D22-692720183A7D}" type="parTrans" cxnId="{E216F4A8-1454-4B40-87B6-F384517FA240}">
      <dgm:prSet/>
      <dgm:spPr/>
      <dgm:t>
        <a:bodyPr/>
        <a:lstStyle/>
        <a:p>
          <a:endParaRPr lang="en-US"/>
        </a:p>
      </dgm:t>
    </dgm:pt>
    <dgm:pt modelId="{3EEDF63F-522B-44A3-AD91-4C567433A07E}" type="sibTrans" cxnId="{E216F4A8-1454-4B40-87B6-F384517FA240}">
      <dgm:prSet/>
      <dgm:spPr/>
      <dgm:t>
        <a:bodyPr/>
        <a:lstStyle/>
        <a:p>
          <a:endParaRPr lang="en-US"/>
        </a:p>
      </dgm:t>
    </dgm:pt>
    <dgm:pt modelId="{73D5CD54-5FA7-4309-8759-879904D86DED}">
      <dgm:prSet/>
      <dgm:spPr/>
      <dgm:t>
        <a:bodyPr/>
        <a:lstStyle/>
        <a:p>
          <a:r>
            <a:rPr lang="en-US"/>
            <a:t>JWT Token Security: 7-day expiration with secure validation</a:t>
          </a:r>
        </a:p>
      </dgm:t>
    </dgm:pt>
    <dgm:pt modelId="{86156021-2462-4D79-A36E-6029C898BB19}" type="parTrans" cxnId="{7F1AF56B-A9B7-48A5-AD24-8D6B7BEDB0A0}">
      <dgm:prSet/>
      <dgm:spPr/>
      <dgm:t>
        <a:bodyPr/>
        <a:lstStyle/>
        <a:p>
          <a:endParaRPr lang="en-US"/>
        </a:p>
      </dgm:t>
    </dgm:pt>
    <dgm:pt modelId="{F1EF0EC5-389C-4DB2-980A-C8A424CF57CD}" type="sibTrans" cxnId="{7F1AF56B-A9B7-48A5-AD24-8D6B7BEDB0A0}">
      <dgm:prSet/>
      <dgm:spPr/>
      <dgm:t>
        <a:bodyPr/>
        <a:lstStyle/>
        <a:p>
          <a:endParaRPr lang="en-US"/>
        </a:p>
      </dgm:t>
    </dgm:pt>
    <dgm:pt modelId="{ED5C740D-C411-47BB-8FA4-5C8FC0ACF8CE}">
      <dgm:prSet/>
      <dgm:spPr/>
      <dgm:t>
        <a:bodyPr/>
        <a:lstStyle/>
        <a:p>
          <a:r>
            <a:rPr lang="en-US"/>
            <a:t>Session Management: Automatic token handling</a:t>
          </a:r>
        </a:p>
      </dgm:t>
    </dgm:pt>
    <dgm:pt modelId="{A1CA8FE0-161D-4B75-A095-E5F22DF6A2A3}" type="parTrans" cxnId="{5BB7A7C5-F9C3-44B1-BDD9-8BAE722765F6}">
      <dgm:prSet/>
      <dgm:spPr/>
      <dgm:t>
        <a:bodyPr/>
        <a:lstStyle/>
        <a:p>
          <a:endParaRPr lang="en-US"/>
        </a:p>
      </dgm:t>
    </dgm:pt>
    <dgm:pt modelId="{4B5792A2-41FD-4BEB-BC3F-65765380E618}" type="sibTrans" cxnId="{5BB7A7C5-F9C3-44B1-BDD9-8BAE722765F6}">
      <dgm:prSet/>
      <dgm:spPr/>
      <dgm:t>
        <a:bodyPr/>
        <a:lstStyle/>
        <a:p>
          <a:endParaRPr lang="en-US"/>
        </a:p>
      </dgm:t>
    </dgm:pt>
    <dgm:pt modelId="{5E91E1E9-B29F-4E4F-9F62-B448B20C6FA4}">
      <dgm:prSet/>
      <dgm:spPr/>
      <dgm:t>
        <a:bodyPr/>
        <a:lstStyle/>
        <a:p>
          <a:r>
            <a:rPr lang="en-US"/>
            <a:t>User Isolation: Each user sees only their own data</a:t>
          </a:r>
        </a:p>
      </dgm:t>
    </dgm:pt>
    <dgm:pt modelId="{A850B863-7289-4B1D-8673-4A1E1A9AC476}" type="parTrans" cxnId="{85545782-DC39-46E1-9FCA-D7AB8A5C0C79}">
      <dgm:prSet/>
      <dgm:spPr/>
      <dgm:t>
        <a:bodyPr/>
        <a:lstStyle/>
        <a:p>
          <a:endParaRPr lang="en-US"/>
        </a:p>
      </dgm:t>
    </dgm:pt>
    <dgm:pt modelId="{B1AF0D78-4BA4-41FD-97B6-1EE78B37F765}" type="sibTrans" cxnId="{85545782-DC39-46E1-9FCA-D7AB8A5C0C79}">
      <dgm:prSet/>
      <dgm:spPr/>
      <dgm:t>
        <a:bodyPr/>
        <a:lstStyle/>
        <a:p>
          <a:endParaRPr lang="en-US"/>
        </a:p>
      </dgm:t>
    </dgm:pt>
    <dgm:pt modelId="{FA7BFCF6-07BF-4007-B1E2-82905E01D7E9}">
      <dgm:prSet/>
      <dgm:spPr/>
      <dgm:t>
        <a:bodyPr/>
        <a:lstStyle/>
        <a:p>
          <a:r>
            <a:rPr lang="en-US"/>
            <a:t>Error Handling: Comprehensive auth failure messages</a:t>
          </a:r>
        </a:p>
      </dgm:t>
    </dgm:pt>
    <dgm:pt modelId="{91559A78-6428-447C-B9C0-34AEC039F46A}" type="parTrans" cxnId="{9AEBD368-B772-41D6-A7A1-84DD6AF06303}">
      <dgm:prSet/>
      <dgm:spPr/>
      <dgm:t>
        <a:bodyPr/>
        <a:lstStyle/>
        <a:p>
          <a:endParaRPr lang="en-US"/>
        </a:p>
      </dgm:t>
    </dgm:pt>
    <dgm:pt modelId="{03A1A45B-2929-4F85-86A5-393CE480A990}" type="sibTrans" cxnId="{9AEBD368-B772-41D6-A7A1-84DD6AF06303}">
      <dgm:prSet/>
      <dgm:spPr/>
      <dgm:t>
        <a:bodyPr/>
        <a:lstStyle/>
        <a:p>
          <a:endParaRPr lang="en-US"/>
        </a:p>
      </dgm:t>
    </dgm:pt>
    <dgm:pt modelId="{E3085D71-0FDA-4506-A0D6-431725B9BEA4}">
      <dgm:prSet/>
      <dgm:spPr/>
      <dgm:t>
        <a:bodyPr/>
        <a:lstStyle/>
        <a:p>
          <a:r>
            <a:rPr lang="en-US"/>
            <a:t>Technical Implementation:</a:t>
          </a:r>
        </a:p>
      </dgm:t>
    </dgm:pt>
    <dgm:pt modelId="{4F5AE3CB-846C-4990-96BF-174B6580B76F}" type="parTrans" cxnId="{95E7111A-5966-4CF8-B0C1-3356E2435CEF}">
      <dgm:prSet/>
      <dgm:spPr/>
      <dgm:t>
        <a:bodyPr/>
        <a:lstStyle/>
        <a:p>
          <a:endParaRPr lang="en-US"/>
        </a:p>
      </dgm:t>
    </dgm:pt>
    <dgm:pt modelId="{8A83BF7C-AB6A-4D21-9AD2-4E0C3DC1FF23}" type="sibTrans" cxnId="{95E7111A-5966-4CF8-B0C1-3356E2435CEF}">
      <dgm:prSet/>
      <dgm:spPr/>
      <dgm:t>
        <a:bodyPr/>
        <a:lstStyle/>
        <a:p>
          <a:endParaRPr lang="en-US"/>
        </a:p>
      </dgm:t>
    </dgm:pt>
    <dgm:pt modelId="{35BF0CB2-97F4-47F6-8433-C44AC60494B8}">
      <dgm:prSet/>
      <dgm:spPr/>
      <dgm:t>
        <a:bodyPr/>
        <a:lstStyle/>
        <a:p>
          <a:r>
            <a:rPr lang="en-US"/>
            <a:t>Backend: Flask with JWT tokens</a:t>
          </a:r>
        </a:p>
      </dgm:t>
    </dgm:pt>
    <dgm:pt modelId="{FE5B86AF-4B5F-4007-A694-78AF5DC5A9C4}" type="parTrans" cxnId="{6E5A2832-EA6C-4357-9137-AABBACB94CD1}">
      <dgm:prSet/>
      <dgm:spPr/>
      <dgm:t>
        <a:bodyPr/>
        <a:lstStyle/>
        <a:p>
          <a:endParaRPr lang="en-US"/>
        </a:p>
      </dgm:t>
    </dgm:pt>
    <dgm:pt modelId="{F1809832-E634-4A1D-8D93-C40249CE231C}" type="sibTrans" cxnId="{6E5A2832-EA6C-4357-9137-AABBACB94CD1}">
      <dgm:prSet/>
      <dgm:spPr/>
      <dgm:t>
        <a:bodyPr/>
        <a:lstStyle/>
        <a:p>
          <a:endParaRPr lang="en-US"/>
        </a:p>
      </dgm:t>
    </dgm:pt>
    <dgm:pt modelId="{F90C6699-B08D-497A-A40B-2DE6AFC005BA}">
      <dgm:prSet/>
      <dgm:spPr/>
      <dgm:t>
        <a:bodyPr/>
        <a:lstStyle/>
        <a:p>
          <a:r>
            <a:rPr lang="en-US"/>
            <a:t>Password: bcrypt hashing</a:t>
          </a:r>
        </a:p>
      </dgm:t>
    </dgm:pt>
    <dgm:pt modelId="{333B6A6A-75A7-43D4-94CE-14F3BAA35879}" type="parTrans" cxnId="{B46F30E5-DF66-4B68-9013-CE9BC5A497D6}">
      <dgm:prSet/>
      <dgm:spPr/>
      <dgm:t>
        <a:bodyPr/>
        <a:lstStyle/>
        <a:p>
          <a:endParaRPr lang="en-US"/>
        </a:p>
      </dgm:t>
    </dgm:pt>
    <dgm:pt modelId="{44464C3F-2943-4D60-BE94-DD704E2BB06E}" type="sibTrans" cxnId="{B46F30E5-DF66-4B68-9013-CE9BC5A497D6}">
      <dgm:prSet/>
      <dgm:spPr/>
      <dgm:t>
        <a:bodyPr/>
        <a:lstStyle/>
        <a:p>
          <a:endParaRPr lang="en-US"/>
        </a:p>
      </dgm:t>
    </dgm:pt>
    <dgm:pt modelId="{3551B211-16E4-414D-9FE7-DB351AEB0309}">
      <dgm:prSet/>
      <dgm:spPr/>
      <dgm:t>
        <a:bodyPr/>
        <a:lstStyle/>
        <a:p>
          <a:r>
            <a:rPr lang="en-US"/>
            <a:t>Frontend: Streamlit session state management</a:t>
          </a:r>
        </a:p>
      </dgm:t>
    </dgm:pt>
    <dgm:pt modelId="{B28F9EAE-C829-48DA-B1B9-06150B8C4BBE}" type="parTrans" cxnId="{8C091024-DBEE-487D-AF1D-0B03C0787E70}">
      <dgm:prSet/>
      <dgm:spPr/>
      <dgm:t>
        <a:bodyPr/>
        <a:lstStyle/>
        <a:p>
          <a:endParaRPr lang="en-US"/>
        </a:p>
      </dgm:t>
    </dgm:pt>
    <dgm:pt modelId="{1AFE591D-3CD7-414F-ADB9-2A373FBF16F6}" type="sibTrans" cxnId="{8C091024-DBEE-487D-AF1D-0B03C0787E70}">
      <dgm:prSet/>
      <dgm:spPr/>
      <dgm:t>
        <a:bodyPr/>
        <a:lstStyle/>
        <a:p>
          <a:endParaRPr lang="en-US"/>
        </a:p>
      </dgm:t>
    </dgm:pt>
    <dgm:pt modelId="{98A32E75-6518-4DEC-B481-D9730DC42219}">
      <dgm:prSet/>
      <dgm:spPr/>
      <dgm:t>
        <a:bodyPr/>
        <a:lstStyle/>
        <a:p>
          <a:r>
            <a:rPr lang="en-US"/>
            <a:t>Database: SQLite with user table</a:t>
          </a:r>
        </a:p>
      </dgm:t>
    </dgm:pt>
    <dgm:pt modelId="{E241028A-A770-4CBC-B66D-B0FC38893EB2}" type="parTrans" cxnId="{2AB91881-AA9A-4C88-8C8D-5E970658A887}">
      <dgm:prSet/>
      <dgm:spPr/>
      <dgm:t>
        <a:bodyPr/>
        <a:lstStyle/>
        <a:p>
          <a:endParaRPr lang="en-US"/>
        </a:p>
      </dgm:t>
    </dgm:pt>
    <dgm:pt modelId="{FFE62F71-433D-4457-9475-9D8896CF7BE7}" type="sibTrans" cxnId="{2AB91881-AA9A-4C88-8C8D-5E970658A887}">
      <dgm:prSet/>
      <dgm:spPr/>
      <dgm:t>
        <a:bodyPr/>
        <a:lstStyle/>
        <a:p>
          <a:endParaRPr lang="en-US"/>
        </a:p>
      </dgm:t>
    </dgm:pt>
    <dgm:pt modelId="{C3EBC754-3208-4C7C-AF49-1DE9B4C0D72B}" type="pres">
      <dgm:prSet presAssocID="{EEB5C21F-ECDD-4FC1-A289-62D9EE020302}" presName="linear" presStyleCnt="0">
        <dgm:presLayoutVars>
          <dgm:animLvl val="lvl"/>
          <dgm:resizeHandles val="exact"/>
        </dgm:presLayoutVars>
      </dgm:prSet>
      <dgm:spPr/>
    </dgm:pt>
    <dgm:pt modelId="{CFFA1FCF-3994-41D3-B493-3F5D23D53E2C}" type="pres">
      <dgm:prSet presAssocID="{5E9D73A7-DFEE-48DD-B449-CDC14DC13855}" presName="parentText" presStyleLbl="node1" presStyleIdx="0" presStyleCnt="10">
        <dgm:presLayoutVars>
          <dgm:chMax val="0"/>
          <dgm:bulletEnabled val="1"/>
        </dgm:presLayoutVars>
      </dgm:prSet>
      <dgm:spPr/>
    </dgm:pt>
    <dgm:pt modelId="{13239B5E-6EBE-42BA-ADBE-3DB3276AFA75}" type="pres">
      <dgm:prSet presAssocID="{3EEDF63F-522B-44A3-AD91-4C567433A07E}" presName="spacer" presStyleCnt="0"/>
      <dgm:spPr/>
    </dgm:pt>
    <dgm:pt modelId="{5DA96E5B-1C24-405D-9332-4BD9AC424AE0}" type="pres">
      <dgm:prSet presAssocID="{73D5CD54-5FA7-4309-8759-879904D86DED}" presName="parentText" presStyleLbl="node1" presStyleIdx="1" presStyleCnt="10">
        <dgm:presLayoutVars>
          <dgm:chMax val="0"/>
          <dgm:bulletEnabled val="1"/>
        </dgm:presLayoutVars>
      </dgm:prSet>
      <dgm:spPr/>
    </dgm:pt>
    <dgm:pt modelId="{7324C15D-5FD9-4461-8B7C-8EE2C69565DE}" type="pres">
      <dgm:prSet presAssocID="{F1EF0EC5-389C-4DB2-980A-C8A424CF57CD}" presName="spacer" presStyleCnt="0"/>
      <dgm:spPr/>
    </dgm:pt>
    <dgm:pt modelId="{C02C71B7-4535-46B7-B315-FFE0517F116C}" type="pres">
      <dgm:prSet presAssocID="{ED5C740D-C411-47BB-8FA4-5C8FC0ACF8CE}" presName="parentText" presStyleLbl="node1" presStyleIdx="2" presStyleCnt="10">
        <dgm:presLayoutVars>
          <dgm:chMax val="0"/>
          <dgm:bulletEnabled val="1"/>
        </dgm:presLayoutVars>
      </dgm:prSet>
      <dgm:spPr/>
    </dgm:pt>
    <dgm:pt modelId="{10CED734-C642-4716-AC23-58B2BF71A383}" type="pres">
      <dgm:prSet presAssocID="{4B5792A2-41FD-4BEB-BC3F-65765380E618}" presName="spacer" presStyleCnt="0"/>
      <dgm:spPr/>
    </dgm:pt>
    <dgm:pt modelId="{7BDCB216-A2DD-4774-A526-E7D2B432C0A8}" type="pres">
      <dgm:prSet presAssocID="{5E91E1E9-B29F-4E4F-9F62-B448B20C6FA4}" presName="parentText" presStyleLbl="node1" presStyleIdx="3" presStyleCnt="10">
        <dgm:presLayoutVars>
          <dgm:chMax val="0"/>
          <dgm:bulletEnabled val="1"/>
        </dgm:presLayoutVars>
      </dgm:prSet>
      <dgm:spPr/>
    </dgm:pt>
    <dgm:pt modelId="{DA9E3646-DDBB-4AB0-A6FC-928053158FDB}" type="pres">
      <dgm:prSet presAssocID="{B1AF0D78-4BA4-41FD-97B6-1EE78B37F765}" presName="spacer" presStyleCnt="0"/>
      <dgm:spPr/>
    </dgm:pt>
    <dgm:pt modelId="{0805B6FB-E7EF-4030-A824-1C8A26FDC1E2}" type="pres">
      <dgm:prSet presAssocID="{FA7BFCF6-07BF-4007-B1E2-82905E01D7E9}" presName="parentText" presStyleLbl="node1" presStyleIdx="4" presStyleCnt="10">
        <dgm:presLayoutVars>
          <dgm:chMax val="0"/>
          <dgm:bulletEnabled val="1"/>
        </dgm:presLayoutVars>
      </dgm:prSet>
      <dgm:spPr/>
    </dgm:pt>
    <dgm:pt modelId="{2081805B-79AB-46F0-957D-107429275471}" type="pres">
      <dgm:prSet presAssocID="{03A1A45B-2929-4F85-86A5-393CE480A990}" presName="spacer" presStyleCnt="0"/>
      <dgm:spPr/>
    </dgm:pt>
    <dgm:pt modelId="{3ADD9539-1D83-4854-B102-4CD90A594463}" type="pres">
      <dgm:prSet presAssocID="{E3085D71-0FDA-4506-A0D6-431725B9BEA4}" presName="parentText" presStyleLbl="node1" presStyleIdx="5" presStyleCnt="10">
        <dgm:presLayoutVars>
          <dgm:chMax val="0"/>
          <dgm:bulletEnabled val="1"/>
        </dgm:presLayoutVars>
      </dgm:prSet>
      <dgm:spPr/>
    </dgm:pt>
    <dgm:pt modelId="{7A8F08A2-A482-4839-BC2A-D5E947C3FDAC}" type="pres">
      <dgm:prSet presAssocID="{8A83BF7C-AB6A-4D21-9AD2-4E0C3DC1FF23}" presName="spacer" presStyleCnt="0"/>
      <dgm:spPr/>
    </dgm:pt>
    <dgm:pt modelId="{6D0BE461-9D19-4EEA-B5B2-9C78F369EE6F}" type="pres">
      <dgm:prSet presAssocID="{35BF0CB2-97F4-47F6-8433-C44AC60494B8}" presName="parentText" presStyleLbl="node1" presStyleIdx="6" presStyleCnt="10">
        <dgm:presLayoutVars>
          <dgm:chMax val="0"/>
          <dgm:bulletEnabled val="1"/>
        </dgm:presLayoutVars>
      </dgm:prSet>
      <dgm:spPr/>
    </dgm:pt>
    <dgm:pt modelId="{2F42D18C-F00B-45B4-9BC6-0F1151B8C77E}" type="pres">
      <dgm:prSet presAssocID="{F1809832-E634-4A1D-8D93-C40249CE231C}" presName="spacer" presStyleCnt="0"/>
      <dgm:spPr/>
    </dgm:pt>
    <dgm:pt modelId="{CCC0339F-10BB-4861-9A6C-D01CAD246506}" type="pres">
      <dgm:prSet presAssocID="{F90C6699-B08D-497A-A40B-2DE6AFC005BA}" presName="parentText" presStyleLbl="node1" presStyleIdx="7" presStyleCnt="10">
        <dgm:presLayoutVars>
          <dgm:chMax val="0"/>
          <dgm:bulletEnabled val="1"/>
        </dgm:presLayoutVars>
      </dgm:prSet>
      <dgm:spPr/>
    </dgm:pt>
    <dgm:pt modelId="{7F450D87-C29B-4B30-8330-B0C1F79BFF88}" type="pres">
      <dgm:prSet presAssocID="{44464C3F-2943-4D60-BE94-DD704E2BB06E}" presName="spacer" presStyleCnt="0"/>
      <dgm:spPr/>
    </dgm:pt>
    <dgm:pt modelId="{A91EEA7F-40B7-4989-AEF9-1EA15AC2AC79}" type="pres">
      <dgm:prSet presAssocID="{3551B211-16E4-414D-9FE7-DB351AEB0309}" presName="parentText" presStyleLbl="node1" presStyleIdx="8" presStyleCnt="10">
        <dgm:presLayoutVars>
          <dgm:chMax val="0"/>
          <dgm:bulletEnabled val="1"/>
        </dgm:presLayoutVars>
      </dgm:prSet>
      <dgm:spPr/>
    </dgm:pt>
    <dgm:pt modelId="{3979E38E-9DBA-4AB5-8678-117CE1C0D492}" type="pres">
      <dgm:prSet presAssocID="{1AFE591D-3CD7-414F-ADB9-2A373FBF16F6}" presName="spacer" presStyleCnt="0"/>
      <dgm:spPr/>
    </dgm:pt>
    <dgm:pt modelId="{7AF115A2-185E-401F-A75D-AE441F8E6417}" type="pres">
      <dgm:prSet presAssocID="{98A32E75-6518-4DEC-B481-D9730DC42219}" presName="parentText" presStyleLbl="node1" presStyleIdx="9" presStyleCnt="10">
        <dgm:presLayoutVars>
          <dgm:chMax val="0"/>
          <dgm:bulletEnabled val="1"/>
        </dgm:presLayoutVars>
      </dgm:prSet>
      <dgm:spPr/>
    </dgm:pt>
  </dgm:ptLst>
  <dgm:cxnLst>
    <dgm:cxn modelId="{511C3F16-B04D-4AF6-A34F-AC2622F7894D}" type="presOf" srcId="{5E9D73A7-DFEE-48DD-B449-CDC14DC13855}" destId="{CFFA1FCF-3994-41D3-B493-3F5D23D53E2C}" srcOrd="0" destOrd="0" presId="urn:microsoft.com/office/officeart/2005/8/layout/vList2"/>
    <dgm:cxn modelId="{95E7111A-5966-4CF8-B0C1-3356E2435CEF}" srcId="{EEB5C21F-ECDD-4FC1-A289-62D9EE020302}" destId="{E3085D71-0FDA-4506-A0D6-431725B9BEA4}" srcOrd="5" destOrd="0" parTransId="{4F5AE3CB-846C-4990-96BF-174B6580B76F}" sibTransId="{8A83BF7C-AB6A-4D21-9AD2-4E0C3DC1FF23}"/>
    <dgm:cxn modelId="{A5E4271E-3686-4A73-BDFB-A11AA71CFFD7}" type="presOf" srcId="{ED5C740D-C411-47BB-8FA4-5C8FC0ACF8CE}" destId="{C02C71B7-4535-46B7-B315-FFE0517F116C}" srcOrd="0" destOrd="0" presId="urn:microsoft.com/office/officeart/2005/8/layout/vList2"/>
    <dgm:cxn modelId="{180EBA1E-E9FD-43B5-B1FB-72E1F05F9585}" type="presOf" srcId="{35BF0CB2-97F4-47F6-8433-C44AC60494B8}" destId="{6D0BE461-9D19-4EEA-B5B2-9C78F369EE6F}" srcOrd="0" destOrd="0" presId="urn:microsoft.com/office/officeart/2005/8/layout/vList2"/>
    <dgm:cxn modelId="{8C091024-DBEE-487D-AF1D-0B03C0787E70}" srcId="{EEB5C21F-ECDD-4FC1-A289-62D9EE020302}" destId="{3551B211-16E4-414D-9FE7-DB351AEB0309}" srcOrd="8" destOrd="0" parTransId="{B28F9EAE-C829-48DA-B1B9-06150B8C4BBE}" sibTransId="{1AFE591D-3CD7-414F-ADB9-2A373FBF16F6}"/>
    <dgm:cxn modelId="{56346B25-DD6E-43DF-9B4E-0B82757A47C2}" type="presOf" srcId="{98A32E75-6518-4DEC-B481-D9730DC42219}" destId="{7AF115A2-185E-401F-A75D-AE441F8E6417}" srcOrd="0" destOrd="0" presId="urn:microsoft.com/office/officeart/2005/8/layout/vList2"/>
    <dgm:cxn modelId="{F2969A25-6A8E-4508-9BCD-4BBEB5FAFC82}" type="presOf" srcId="{F90C6699-B08D-497A-A40B-2DE6AFC005BA}" destId="{CCC0339F-10BB-4861-9A6C-D01CAD246506}" srcOrd="0" destOrd="0" presId="urn:microsoft.com/office/officeart/2005/8/layout/vList2"/>
    <dgm:cxn modelId="{4996672F-0E22-4FBC-821F-CB1E9B5C5BC8}" type="presOf" srcId="{FA7BFCF6-07BF-4007-B1E2-82905E01D7E9}" destId="{0805B6FB-E7EF-4030-A824-1C8A26FDC1E2}" srcOrd="0" destOrd="0" presId="urn:microsoft.com/office/officeart/2005/8/layout/vList2"/>
    <dgm:cxn modelId="{3EA67830-CF7D-44B0-995B-7B2BC7FC06C0}" type="presOf" srcId="{E3085D71-0FDA-4506-A0D6-431725B9BEA4}" destId="{3ADD9539-1D83-4854-B102-4CD90A594463}" srcOrd="0" destOrd="0" presId="urn:microsoft.com/office/officeart/2005/8/layout/vList2"/>
    <dgm:cxn modelId="{6E5A2832-EA6C-4357-9137-AABBACB94CD1}" srcId="{EEB5C21F-ECDD-4FC1-A289-62D9EE020302}" destId="{35BF0CB2-97F4-47F6-8433-C44AC60494B8}" srcOrd="6" destOrd="0" parTransId="{FE5B86AF-4B5F-4007-A694-78AF5DC5A9C4}" sibTransId="{F1809832-E634-4A1D-8D93-C40249CE231C}"/>
    <dgm:cxn modelId="{5D5BA95E-585E-484C-AE57-D0038FCACC2B}" type="presOf" srcId="{3551B211-16E4-414D-9FE7-DB351AEB0309}" destId="{A91EEA7F-40B7-4989-AEF9-1EA15AC2AC79}" srcOrd="0" destOrd="0" presId="urn:microsoft.com/office/officeart/2005/8/layout/vList2"/>
    <dgm:cxn modelId="{F1091C65-470F-4802-8A39-B61613D703EC}" type="presOf" srcId="{5E91E1E9-B29F-4E4F-9F62-B448B20C6FA4}" destId="{7BDCB216-A2DD-4774-A526-E7D2B432C0A8}" srcOrd="0" destOrd="0" presId="urn:microsoft.com/office/officeart/2005/8/layout/vList2"/>
    <dgm:cxn modelId="{9AEBD368-B772-41D6-A7A1-84DD6AF06303}" srcId="{EEB5C21F-ECDD-4FC1-A289-62D9EE020302}" destId="{FA7BFCF6-07BF-4007-B1E2-82905E01D7E9}" srcOrd="4" destOrd="0" parTransId="{91559A78-6428-447C-B9C0-34AEC039F46A}" sibTransId="{03A1A45B-2929-4F85-86A5-393CE480A990}"/>
    <dgm:cxn modelId="{7F1AF56B-A9B7-48A5-AD24-8D6B7BEDB0A0}" srcId="{EEB5C21F-ECDD-4FC1-A289-62D9EE020302}" destId="{73D5CD54-5FA7-4309-8759-879904D86DED}" srcOrd="1" destOrd="0" parTransId="{86156021-2462-4D79-A36E-6029C898BB19}" sibTransId="{F1EF0EC5-389C-4DB2-980A-C8A424CF57CD}"/>
    <dgm:cxn modelId="{2AB91881-AA9A-4C88-8C8D-5E970658A887}" srcId="{EEB5C21F-ECDD-4FC1-A289-62D9EE020302}" destId="{98A32E75-6518-4DEC-B481-D9730DC42219}" srcOrd="9" destOrd="0" parTransId="{E241028A-A770-4CBC-B66D-B0FC38893EB2}" sibTransId="{FFE62F71-433D-4457-9475-9D8896CF7BE7}"/>
    <dgm:cxn modelId="{85545782-DC39-46E1-9FCA-D7AB8A5C0C79}" srcId="{EEB5C21F-ECDD-4FC1-A289-62D9EE020302}" destId="{5E91E1E9-B29F-4E4F-9F62-B448B20C6FA4}" srcOrd="3" destOrd="0" parTransId="{A850B863-7289-4B1D-8673-4A1E1A9AC476}" sibTransId="{B1AF0D78-4BA4-41FD-97B6-1EE78B37F765}"/>
    <dgm:cxn modelId="{93903998-7D8E-4418-ABB4-CD93AEEE7B98}" type="presOf" srcId="{73D5CD54-5FA7-4309-8759-879904D86DED}" destId="{5DA96E5B-1C24-405D-9332-4BD9AC424AE0}" srcOrd="0" destOrd="0" presId="urn:microsoft.com/office/officeart/2005/8/layout/vList2"/>
    <dgm:cxn modelId="{50F8539E-850B-4457-AFB0-495503CF7E68}" type="presOf" srcId="{EEB5C21F-ECDD-4FC1-A289-62D9EE020302}" destId="{C3EBC754-3208-4C7C-AF49-1DE9B4C0D72B}" srcOrd="0" destOrd="0" presId="urn:microsoft.com/office/officeart/2005/8/layout/vList2"/>
    <dgm:cxn modelId="{E216F4A8-1454-4B40-87B6-F384517FA240}" srcId="{EEB5C21F-ECDD-4FC1-A289-62D9EE020302}" destId="{5E9D73A7-DFEE-48DD-B449-CDC14DC13855}" srcOrd="0" destOrd="0" parTransId="{CF410959-D483-4A56-9D22-692720183A7D}" sibTransId="{3EEDF63F-522B-44A3-AD91-4C567433A07E}"/>
    <dgm:cxn modelId="{5BB7A7C5-F9C3-44B1-BDD9-8BAE722765F6}" srcId="{EEB5C21F-ECDD-4FC1-A289-62D9EE020302}" destId="{ED5C740D-C411-47BB-8FA4-5C8FC0ACF8CE}" srcOrd="2" destOrd="0" parTransId="{A1CA8FE0-161D-4B75-A095-E5F22DF6A2A3}" sibTransId="{4B5792A2-41FD-4BEB-BC3F-65765380E618}"/>
    <dgm:cxn modelId="{B46F30E5-DF66-4B68-9013-CE9BC5A497D6}" srcId="{EEB5C21F-ECDD-4FC1-A289-62D9EE020302}" destId="{F90C6699-B08D-497A-A40B-2DE6AFC005BA}" srcOrd="7" destOrd="0" parTransId="{333B6A6A-75A7-43D4-94CE-14F3BAA35879}" sibTransId="{44464C3F-2943-4D60-BE94-DD704E2BB06E}"/>
    <dgm:cxn modelId="{1A0B958B-17AF-497B-9948-4BB9C1150812}" type="presParOf" srcId="{C3EBC754-3208-4C7C-AF49-1DE9B4C0D72B}" destId="{CFFA1FCF-3994-41D3-B493-3F5D23D53E2C}" srcOrd="0" destOrd="0" presId="urn:microsoft.com/office/officeart/2005/8/layout/vList2"/>
    <dgm:cxn modelId="{B6CF3D66-13C9-43F6-92FF-9051838E8D90}" type="presParOf" srcId="{C3EBC754-3208-4C7C-AF49-1DE9B4C0D72B}" destId="{13239B5E-6EBE-42BA-ADBE-3DB3276AFA75}" srcOrd="1" destOrd="0" presId="urn:microsoft.com/office/officeart/2005/8/layout/vList2"/>
    <dgm:cxn modelId="{BC8A882F-E540-401A-AF65-9E44B82D041A}" type="presParOf" srcId="{C3EBC754-3208-4C7C-AF49-1DE9B4C0D72B}" destId="{5DA96E5B-1C24-405D-9332-4BD9AC424AE0}" srcOrd="2" destOrd="0" presId="urn:microsoft.com/office/officeart/2005/8/layout/vList2"/>
    <dgm:cxn modelId="{5656B2CB-E478-4F88-9105-E0E0A9F6EBC3}" type="presParOf" srcId="{C3EBC754-3208-4C7C-AF49-1DE9B4C0D72B}" destId="{7324C15D-5FD9-4461-8B7C-8EE2C69565DE}" srcOrd="3" destOrd="0" presId="urn:microsoft.com/office/officeart/2005/8/layout/vList2"/>
    <dgm:cxn modelId="{C9D4CC65-E673-4E17-9D85-FD4E666B50DC}" type="presParOf" srcId="{C3EBC754-3208-4C7C-AF49-1DE9B4C0D72B}" destId="{C02C71B7-4535-46B7-B315-FFE0517F116C}" srcOrd="4" destOrd="0" presId="urn:microsoft.com/office/officeart/2005/8/layout/vList2"/>
    <dgm:cxn modelId="{37BC48D9-FCDD-4863-A13B-5F8B7D24FF3E}" type="presParOf" srcId="{C3EBC754-3208-4C7C-AF49-1DE9B4C0D72B}" destId="{10CED734-C642-4716-AC23-58B2BF71A383}" srcOrd="5" destOrd="0" presId="urn:microsoft.com/office/officeart/2005/8/layout/vList2"/>
    <dgm:cxn modelId="{4A916275-730F-44C2-8476-A43DA8E26C71}" type="presParOf" srcId="{C3EBC754-3208-4C7C-AF49-1DE9B4C0D72B}" destId="{7BDCB216-A2DD-4774-A526-E7D2B432C0A8}" srcOrd="6" destOrd="0" presId="urn:microsoft.com/office/officeart/2005/8/layout/vList2"/>
    <dgm:cxn modelId="{0A9FE124-6CC6-426A-9F17-DA9465F19223}" type="presParOf" srcId="{C3EBC754-3208-4C7C-AF49-1DE9B4C0D72B}" destId="{DA9E3646-DDBB-4AB0-A6FC-928053158FDB}" srcOrd="7" destOrd="0" presId="urn:microsoft.com/office/officeart/2005/8/layout/vList2"/>
    <dgm:cxn modelId="{877FB13A-51DB-419D-BD23-B6348508FBBD}" type="presParOf" srcId="{C3EBC754-3208-4C7C-AF49-1DE9B4C0D72B}" destId="{0805B6FB-E7EF-4030-A824-1C8A26FDC1E2}" srcOrd="8" destOrd="0" presId="urn:microsoft.com/office/officeart/2005/8/layout/vList2"/>
    <dgm:cxn modelId="{5D3BA0F0-53B2-4B68-A325-03915106A0C8}" type="presParOf" srcId="{C3EBC754-3208-4C7C-AF49-1DE9B4C0D72B}" destId="{2081805B-79AB-46F0-957D-107429275471}" srcOrd="9" destOrd="0" presId="urn:microsoft.com/office/officeart/2005/8/layout/vList2"/>
    <dgm:cxn modelId="{5351D03D-2649-4B6B-B2AB-ED819659670B}" type="presParOf" srcId="{C3EBC754-3208-4C7C-AF49-1DE9B4C0D72B}" destId="{3ADD9539-1D83-4854-B102-4CD90A594463}" srcOrd="10" destOrd="0" presId="urn:microsoft.com/office/officeart/2005/8/layout/vList2"/>
    <dgm:cxn modelId="{D22E4388-1275-40EF-BD16-B04A44582244}" type="presParOf" srcId="{C3EBC754-3208-4C7C-AF49-1DE9B4C0D72B}" destId="{7A8F08A2-A482-4839-BC2A-D5E947C3FDAC}" srcOrd="11" destOrd="0" presId="urn:microsoft.com/office/officeart/2005/8/layout/vList2"/>
    <dgm:cxn modelId="{22B8DB27-1F77-4825-BABA-F811C9086491}" type="presParOf" srcId="{C3EBC754-3208-4C7C-AF49-1DE9B4C0D72B}" destId="{6D0BE461-9D19-4EEA-B5B2-9C78F369EE6F}" srcOrd="12" destOrd="0" presId="urn:microsoft.com/office/officeart/2005/8/layout/vList2"/>
    <dgm:cxn modelId="{58FF0C76-F62C-455F-8007-374FBFF04F71}" type="presParOf" srcId="{C3EBC754-3208-4C7C-AF49-1DE9B4C0D72B}" destId="{2F42D18C-F00B-45B4-9BC6-0F1151B8C77E}" srcOrd="13" destOrd="0" presId="urn:microsoft.com/office/officeart/2005/8/layout/vList2"/>
    <dgm:cxn modelId="{471D8CB3-3926-436F-AD3A-DD972D3F9B44}" type="presParOf" srcId="{C3EBC754-3208-4C7C-AF49-1DE9B4C0D72B}" destId="{CCC0339F-10BB-4861-9A6C-D01CAD246506}" srcOrd="14" destOrd="0" presId="urn:microsoft.com/office/officeart/2005/8/layout/vList2"/>
    <dgm:cxn modelId="{55D037E2-FFE4-461B-AEA8-C5CA2B2C9FB9}" type="presParOf" srcId="{C3EBC754-3208-4C7C-AF49-1DE9B4C0D72B}" destId="{7F450D87-C29B-4B30-8330-B0C1F79BFF88}" srcOrd="15" destOrd="0" presId="urn:microsoft.com/office/officeart/2005/8/layout/vList2"/>
    <dgm:cxn modelId="{C3B0D577-8344-45EB-BB2B-47C23ECE9DD8}" type="presParOf" srcId="{C3EBC754-3208-4C7C-AF49-1DE9B4C0D72B}" destId="{A91EEA7F-40B7-4989-AEF9-1EA15AC2AC79}" srcOrd="16" destOrd="0" presId="urn:microsoft.com/office/officeart/2005/8/layout/vList2"/>
    <dgm:cxn modelId="{3D905ECA-E0A9-43D5-B60A-0EEA5C167B7F}" type="presParOf" srcId="{C3EBC754-3208-4C7C-AF49-1DE9B4C0D72B}" destId="{3979E38E-9DBA-4AB5-8678-117CE1C0D492}" srcOrd="17" destOrd="0" presId="urn:microsoft.com/office/officeart/2005/8/layout/vList2"/>
    <dgm:cxn modelId="{94C65A08-D743-4161-8607-877B0DC153F6}" type="presParOf" srcId="{C3EBC754-3208-4C7C-AF49-1DE9B4C0D72B}" destId="{7AF115A2-185E-401F-A75D-AE441F8E6417}" srcOrd="1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947D44C5-38BD-4E01-B37E-645CAB534F61}" type="doc">
      <dgm:prSet loTypeId="urn:microsoft.com/office/officeart/2016/7/layout/RepeatingBendingProcessNew" loCatId="process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D44266AA-73F2-4BCA-8BFC-D6C34E0CEA9C}">
      <dgm:prSet/>
      <dgm:spPr/>
      <dgm:t>
        <a:bodyPr/>
        <a:lstStyle/>
        <a:p>
          <a:r>
            <a:rPr lang="en-US"/>
            <a:t>📅 Date Selection: Calendar picker for transaction dates</a:t>
          </a:r>
        </a:p>
      </dgm:t>
    </dgm:pt>
    <dgm:pt modelId="{27D613FF-8E70-47E1-92F6-11F092269C76}" type="parTrans" cxnId="{E8987B5B-5B15-4279-85AF-3AA3480D35B4}">
      <dgm:prSet/>
      <dgm:spPr/>
      <dgm:t>
        <a:bodyPr/>
        <a:lstStyle/>
        <a:p>
          <a:endParaRPr lang="en-US"/>
        </a:p>
      </dgm:t>
    </dgm:pt>
    <dgm:pt modelId="{EB43C25E-1365-4D2F-9CD9-AB7EAE7B5399}" type="sibTrans" cxnId="{E8987B5B-5B15-4279-85AF-3AA3480D35B4}">
      <dgm:prSet/>
      <dgm:spPr/>
      <dgm:t>
        <a:bodyPr/>
        <a:lstStyle/>
        <a:p>
          <a:endParaRPr lang="en-US"/>
        </a:p>
      </dgm:t>
    </dgm:pt>
    <dgm:pt modelId="{AE55D511-28B8-45CA-A691-931B690670A8}">
      <dgm:prSet/>
      <dgm:spPr/>
      <dgm:t>
        <a:bodyPr/>
        <a:lstStyle/>
        <a:p>
          <a:r>
            <a:rPr lang="en-US"/>
            <a:t>💰 Amount Input: Numeric input with validation</a:t>
          </a:r>
        </a:p>
      </dgm:t>
    </dgm:pt>
    <dgm:pt modelId="{5F693C96-29F5-4B44-8AB8-C917D7A6703F}" type="parTrans" cxnId="{89228765-CC83-4D38-A501-0F1879F8CE6F}">
      <dgm:prSet/>
      <dgm:spPr/>
      <dgm:t>
        <a:bodyPr/>
        <a:lstStyle/>
        <a:p>
          <a:endParaRPr lang="en-US"/>
        </a:p>
      </dgm:t>
    </dgm:pt>
    <dgm:pt modelId="{B2324520-BB1D-4C7C-BB21-2E440D247EEF}" type="sibTrans" cxnId="{89228765-CC83-4D38-A501-0F1879F8CE6F}">
      <dgm:prSet/>
      <dgm:spPr/>
      <dgm:t>
        <a:bodyPr/>
        <a:lstStyle/>
        <a:p>
          <a:endParaRPr lang="en-US"/>
        </a:p>
      </dgm:t>
    </dgm:pt>
    <dgm:pt modelId="{06CF996B-0816-45B2-A77C-4B01C4E6EE76}">
      <dgm:prSet/>
      <dgm:spPr/>
      <dgm:t>
        <a:bodyPr/>
        <a:lstStyle/>
        <a:p>
          <a:r>
            <a:rPr lang="en-US"/>
            <a:t>📝 Description Field: Text input for transaction details</a:t>
          </a:r>
        </a:p>
      </dgm:t>
    </dgm:pt>
    <dgm:pt modelId="{BE960675-8EDF-4A52-87E9-CDD6762B13BD}" type="parTrans" cxnId="{FD0E53A8-361C-4E61-8EF3-64D627330F42}">
      <dgm:prSet/>
      <dgm:spPr/>
      <dgm:t>
        <a:bodyPr/>
        <a:lstStyle/>
        <a:p>
          <a:endParaRPr lang="en-US"/>
        </a:p>
      </dgm:t>
    </dgm:pt>
    <dgm:pt modelId="{62DF4020-9907-4D01-96A0-6CAFDF774096}" type="sibTrans" cxnId="{FD0E53A8-361C-4E61-8EF3-64D627330F42}">
      <dgm:prSet/>
      <dgm:spPr/>
      <dgm:t>
        <a:bodyPr/>
        <a:lstStyle/>
        <a:p>
          <a:endParaRPr lang="en-US"/>
        </a:p>
      </dgm:t>
    </dgm:pt>
    <dgm:pt modelId="{F3F2B982-98CE-4370-8909-D5FFA8F37567}">
      <dgm:prSet/>
      <dgm:spPr/>
      <dgm:t>
        <a:bodyPr/>
        <a:lstStyle/>
        <a:p>
          <a:r>
            <a:rPr lang="en-US"/>
            <a:t>🔸 Type Selection: Income/Expense toggle</a:t>
          </a:r>
        </a:p>
      </dgm:t>
    </dgm:pt>
    <dgm:pt modelId="{C6FDC880-3A49-4170-B7D6-14AC817D077F}" type="parTrans" cxnId="{32E4B0B4-83E2-44FA-B409-0383712BC74F}">
      <dgm:prSet/>
      <dgm:spPr/>
      <dgm:t>
        <a:bodyPr/>
        <a:lstStyle/>
        <a:p>
          <a:endParaRPr lang="en-US"/>
        </a:p>
      </dgm:t>
    </dgm:pt>
    <dgm:pt modelId="{401BAA70-B02E-4891-B2AA-5A0CA3EDA9F5}" type="sibTrans" cxnId="{32E4B0B4-83E2-44FA-B409-0383712BC74F}">
      <dgm:prSet/>
      <dgm:spPr/>
      <dgm:t>
        <a:bodyPr/>
        <a:lstStyle/>
        <a:p>
          <a:endParaRPr lang="en-US"/>
        </a:p>
      </dgm:t>
    </dgm:pt>
    <dgm:pt modelId="{E241ED6C-1942-418F-A81A-5BA9C47C3B86}">
      <dgm:prSet/>
      <dgm:spPr/>
      <dgm:t>
        <a:bodyPr/>
        <a:lstStyle/>
        <a:p>
          <a:r>
            <a:rPr lang="en-US"/>
            <a:t>🏷️ Category Dropdown: Predefined categories with AI auto-suggest</a:t>
          </a:r>
        </a:p>
      </dgm:t>
    </dgm:pt>
    <dgm:pt modelId="{F219545E-F5EF-4564-ACE4-F93001420724}" type="parTrans" cxnId="{E7AA60A3-4452-4DE5-ACD9-1F1293F5B7BB}">
      <dgm:prSet/>
      <dgm:spPr/>
      <dgm:t>
        <a:bodyPr/>
        <a:lstStyle/>
        <a:p>
          <a:endParaRPr lang="en-US"/>
        </a:p>
      </dgm:t>
    </dgm:pt>
    <dgm:pt modelId="{C9F400BD-D5F0-4F19-9A79-CE2AD7DB2F58}" type="sibTrans" cxnId="{E7AA60A3-4452-4DE5-ACD9-1F1293F5B7BB}">
      <dgm:prSet/>
      <dgm:spPr/>
      <dgm:t>
        <a:bodyPr/>
        <a:lstStyle/>
        <a:p>
          <a:endParaRPr lang="en-US"/>
        </a:p>
      </dgm:t>
    </dgm:pt>
    <dgm:pt modelId="{DA35EACB-7355-4125-8DC8-26A323D70C7D}">
      <dgm:prSet/>
      <dgm:spPr/>
      <dgm:t>
        <a:bodyPr/>
        <a:lstStyle/>
        <a:p>
          <a:r>
            <a:rPr lang="en-US"/>
            <a:t>Data Validation:</a:t>
          </a:r>
        </a:p>
      </dgm:t>
    </dgm:pt>
    <dgm:pt modelId="{5BCD60DB-C2D6-473C-80E9-3BE605D33681}" type="parTrans" cxnId="{31CA1F24-FEA9-442E-B7F8-4717DADEDC02}">
      <dgm:prSet/>
      <dgm:spPr/>
      <dgm:t>
        <a:bodyPr/>
        <a:lstStyle/>
        <a:p>
          <a:endParaRPr lang="en-US"/>
        </a:p>
      </dgm:t>
    </dgm:pt>
    <dgm:pt modelId="{70AF4664-9C61-4CF3-9AC8-7C777E46916F}" type="sibTrans" cxnId="{31CA1F24-FEA9-442E-B7F8-4717DADEDC02}">
      <dgm:prSet/>
      <dgm:spPr/>
      <dgm:t>
        <a:bodyPr/>
        <a:lstStyle/>
        <a:p>
          <a:endParaRPr lang="en-US"/>
        </a:p>
      </dgm:t>
    </dgm:pt>
    <dgm:pt modelId="{FCBF355A-A95F-4653-B436-AECAC211C5E4}">
      <dgm:prSet/>
      <dgm:spPr/>
      <dgm:t>
        <a:bodyPr/>
        <a:lstStyle/>
        <a:p>
          <a:r>
            <a:rPr lang="en-US"/>
            <a:t>Amount must be &gt; 0</a:t>
          </a:r>
        </a:p>
      </dgm:t>
    </dgm:pt>
    <dgm:pt modelId="{9755B66F-398B-4784-A874-98BC23A3246D}" type="parTrans" cxnId="{1A436830-D312-4D79-985F-C1C3BA643F0B}">
      <dgm:prSet/>
      <dgm:spPr/>
      <dgm:t>
        <a:bodyPr/>
        <a:lstStyle/>
        <a:p>
          <a:endParaRPr lang="en-US"/>
        </a:p>
      </dgm:t>
    </dgm:pt>
    <dgm:pt modelId="{D6E02155-15F7-4255-AFD4-DC5B6CB1F71B}" type="sibTrans" cxnId="{1A436830-D312-4D79-985F-C1C3BA643F0B}">
      <dgm:prSet/>
      <dgm:spPr/>
      <dgm:t>
        <a:bodyPr/>
        <a:lstStyle/>
        <a:p>
          <a:endParaRPr lang="en-US"/>
        </a:p>
      </dgm:t>
    </dgm:pt>
    <dgm:pt modelId="{EB0397EB-57F6-47FB-AF0D-B4C4250B0F90}">
      <dgm:prSet/>
      <dgm:spPr/>
      <dgm:t>
        <a:bodyPr/>
        <a:lstStyle/>
        <a:p>
          <a:r>
            <a:rPr lang="en-US"/>
            <a:t>Date format validation</a:t>
          </a:r>
        </a:p>
      </dgm:t>
    </dgm:pt>
    <dgm:pt modelId="{8ADF6521-7D46-4E33-ACA9-CA1BF45473F9}" type="parTrans" cxnId="{2DB27F84-A512-4E17-9BAE-A1EC4FBFC4CA}">
      <dgm:prSet/>
      <dgm:spPr/>
      <dgm:t>
        <a:bodyPr/>
        <a:lstStyle/>
        <a:p>
          <a:endParaRPr lang="en-US"/>
        </a:p>
      </dgm:t>
    </dgm:pt>
    <dgm:pt modelId="{2DB8D2BE-3435-4E79-922C-09F64438032F}" type="sibTrans" cxnId="{2DB27F84-A512-4E17-9BAE-A1EC4FBFC4CA}">
      <dgm:prSet/>
      <dgm:spPr/>
      <dgm:t>
        <a:bodyPr/>
        <a:lstStyle/>
        <a:p>
          <a:endParaRPr lang="en-US"/>
        </a:p>
      </dgm:t>
    </dgm:pt>
    <dgm:pt modelId="{D698A47E-0737-415F-95A9-27F5910D12C1}">
      <dgm:prSet/>
      <dgm:spPr/>
      <dgm:t>
        <a:bodyPr/>
        <a:lstStyle/>
        <a:p>
          <a:r>
            <a:rPr lang="en-US"/>
            <a:t>Required field checks</a:t>
          </a:r>
        </a:p>
      </dgm:t>
    </dgm:pt>
    <dgm:pt modelId="{8A7AFDCE-2334-4A31-8E25-A54E6B4AEA25}" type="parTrans" cxnId="{00D3E745-FFC7-4BAF-878F-20E4E4316311}">
      <dgm:prSet/>
      <dgm:spPr/>
      <dgm:t>
        <a:bodyPr/>
        <a:lstStyle/>
        <a:p>
          <a:endParaRPr lang="en-US"/>
        </a:p>
      </dgm:t>
    </dgm:pt>
    <dgm:pt modelId="{499EC684-FF2C-46CF-B869-AB90A75AF33B}" type="sibTrans" cxnId="{00D3E745-FFC7-4BAF-878F-20E4E4316311}">
      <dgm:prSet/>
      <dgm:spPr/>
      <dgm:t>
        <a:bodyPr/>
        <a:lstStyle/>
        <a:p>
          <a:endParaRPr lang="en-US"/>
        </a:p>
      </dgm:t>
    </dgm:pt>
    <dgm:pt modelId="{C5124B23-85EB-4021-B8F1-EA130282FD49}">
      <dgm:prSet/>
      <dgm:spPr/>
      <dgm:t>
        <a:bodyPr/>
        <a:lstStyle/>
        <a:p>
          <a:r>
            <a:rPr lang="en-US"/>
            <a:t>Server-side error handling</a:t>
          </a:r>
        </a:p>
      </dgm:t>
    </dgm:pt>
    <dgm:pt modelId="{1BD07D5D-61DE-41FE-9F1A-2BC28A7707B7}" type="parTrans" cxnId="{DFBA321D-ACF3-42D1-A146-F32358BE462C}">
      <dgm:prSet/>
      <dgm:spPr/>
      <dgm:t>
        <a:bodyPr/>
        <a:lstStyle/>
        <a:p>
          <a:endParaRPr lang="en-US"/>
        </a:p>
      </dgm:t>
    </dgm:pt>
    <dgm:pt modelId="{CC3655B2-C180-4117-8D54-1545BA1BAD5A}" type="sibTrans" cxnId="{DFBA321D-ACF3-42D1-A146-F32358BE462C}">
      <dgm:prSet/>
      <dgm:spPr/>
      <dgm:t>
        <a:bodyPr/>
        <a:lstStyle/>
        <a:p>
          <a:endParaRPr lang="en-US"/>
        </a:p>
      </dgm:t>
    </dgm:pt>
    <dgm:pt modelId="{D6D18D0A-7DBE-4ECC-BBA8-1F322C457E94}" type="pres">
      <dgm:prSet presAssocID="{947D44C5-38BD-4E01-B37E-645CAB534F61}" presName="Name0" presStyleCnt="0">
        <dgm:presLayoutVars>
          <dgm:dir/>
          <dgm:resizeHandles val="exact"/>
        </dgm:presLayoutVars>
      </dgm:prSet>
      <dgm:spPr/>
    </dgm:pt>
    <dgm:pt modelId="{4F58F9F9-64EB-4FEC-987E-025750693626}" type="pres">
      <dgm:prSet presAssocID="{D44266AA-73F2-4BCA-8BFC-D6C34E0CEA9C}" presName="node" presStyleLbl="node1" presStyleIdx="0" presStyleCnt="10">
        <dgm:presLayoutVars>
          <dgm:bulletEnabled val="1"/>
        </dgm:presLayoutVars>
      </dgm:prSet>
      <dgm:spPr/>
    </dgm:pt>
    <dgm:pt modelId="{C47FE4B4-D9E8-47F5-BC93-9467928D4015}" type="pres">
      <dgm:prSet presAssocID="{EB43C25E-1365-4D2F-9CD9-AB7EAE7B5399}" presName="sibTrans" presStyleLbl="sibTrans1D1" presStyleIdx="0" presStyleCnt="9"/>
      <dgm:spPr/>
    </dgm:pt>
    <dgm:pt modelId="{6B483D5B-FDDD-48C3-9BEE-D807950F2FED}" type="pres">
      <dgm:prSet presAssocID="{EB43C25E-1365-4D2F-9CD9-AB7EAE7B5399}" presName="connectorText" presStyleLbl="sibTrans1D1" presStyleIdx="0" presStyleCnt="9"/>
      <dgm:spPr/>
    </dgm:pt>
    <dgm:pt modelId="{783BA4BE-C8EE-4CB6-8257-3B74E16BE401}" type="pres">
      <dgm:prSet presAssocID="{AE55D511-28B8-45CA-A691-931B690670A8}" presName="node" presStyleLbl="node1" presStyleIdx="1" presStyleCnt="10">
        <dgm:presLayoutVars>
          <dgm:bulletEnabled val="1"/>
        </dgm:presLayoutVars>
      </dgm:prSet>
      <dgm:spPr/>
    </dgm:pt>
    <dgm:pt modelId="{F02CE1E5-B0CD-42E2-B81C-E83BBB88B0F8}" type="pres">
      <dgm:prSet presAssocID="{B2324520-BB1D-4C7C-BB21-2E440D247EEF}" presName="sibTrans" presStyleLbl="sibTrans1D1" presStyleIdx="1" presStyleCnt="9"/>
      <dgm:spPr/>
    </dgm:pt>
    <dgm:pt modelId="{CED530AE-B142-4CF8-B198-FA0B14A83D22}" type="pres">
      <dgm:prSet presAssocID="{B2324520-BB1D-4C7C-BB21-2E440D247EEF}" presName="connectorText" presStyleLbl="sibTrans1D1" presStyleIdx="1" presStyleCnt="9"/>
      <dgm:spPr/>
    </dgm:pt>
    <dgm:pt modelId="{D956B5C2-1444-4EB7-9F92-815D24C186E1}" type="pres">
      <dgm:prSet presAssocID="{06CF996B-0816-45B2-A77C-4B01C4E6EE76}" presName="node" presStyleLbl="node1" presStyleIdx="2" presStyleCnt="10">
        <dgm:presLayoutVars>
          <dgm:bulletEnabled val="1"/>
        </dgm:presLayoutVars>
      </dgm:prSet>
      <dgm:spPr/>
    </dgm:pt>
    <dgm:pt modelId="{1BBB715B-3BB0-4716-A2AB-A401B12FAFA5}" type="pres">
      <dgm:prSet presAssocID="{62DF4020-9907-4D01-96A0-6CAFDF774096}" presName="sibTrans" presStyleLbl="sibTrans1D1" presStyleIdx="2" presStyleCnt="9"/>
      <dgm:spPr/>
    </dgm:pt>
    <dgm:pt modelId="{0C8EF23F-358E-4E4C-BA42-3047DCE082CF}" type="pres">
      <dgm:prSet presAssocID="{62DF4020-9907-4D01-96A0-6CAFDF774096}" presName="connectorText" presStyleLbl="sibTrans1D1" presStyleIdx="2" presStyleCnt="9"/>
      <dgm:spPr/>
    </dgm:pt>
    <dgm:pt modelId="{C29D575D-0366-4EAB-98CD-C72961C91481}" type="pres">
      <dgm:prSet presAssocID="{F3F2B982-98CE-4370-8909-D5FFA8F37567}" presName="node" presStyleLbl="node1" presStyleIdx="3" presStyleCnt="10">
        <dgm:presLayoutVars>
          <dgm:bulletEnabled val="1"/>
        </dgm:presLayoutVars>
      </dgm:prSet>
      <dgm:spPr/>
    </dgm:pt>
    <dgm:pt modelId="{05FBE470-CF7D-4CB4-9918-56E48500CFC3}" type="pres">
      <dgm:prSet presAssocID="{401BAA70-B02E-4891-B2AA-5A0CA3EDA9F5}" presName="sibTrans" presStyleLbl="sibTrans1D1" presStyleIdx="3" presStyleCnt="9"/>
      <dgm:spPr/>
    </dgm:pt>
    <dgm:pt modelId="{75856B16-7A23-4314-AB13-3E4E96A62224}" type="pres">
      <dgm:prSet presAssocID="{401BAA70-B02E-4891-B2AA-5A0CA3EDA9F5}" presName="connectorText" presStyleLbl="sibTrans1D1" presStyleIdx="3" presStyleCnt="9"/>
      <dgm:spPr/>
    </dgm:pt>
    <dgm:pt modelId="{92225BE2-6C0D-4E16-A2B6-DE62FEEF8E12}" type="pres">
      <dgm:prSet presAssocID="{E241ED6C-1942-418F-A81A-5BA9C47C3B86}" presName="node" presStyleLbl="node1" presStyleIdx="4" presStyleCnt="10">
        <dgm:presLayoutVars>
          <dgm:bulletEnabled val="1"/>
        </dgm:presLayoutVars>
      </dgm:prSet>
      <dgm:spPr/>
    </dgm:pt>
    <dgm:pt modelId="{63073751-7CEF-4444-8CB5-4A7AA83EF788}" type="pres">
      <dgm:prSet presAssocID="{C9F400BD-D5F0-4F19-9A79-CE2AD7DB2F58}" presName="sibTrans" presStyleLbl="sibTrans1D1" presStyleIdx="4" presStyleCnt="9"/>
      <dgm:spPr/>
    </dgm:pt>
    <dgm:pt modelId="{84E0D1E6-5B41-4366-B640-E16E1FFAC0A6}" type="pres">
      <dgm:prSet presAssocID="{C9F400BD-D5F0-4F19-9A79-CE2AD7DB2F58}" presName="connectorText" presStyleLbl="sibTrans1D1" presStyleIdx="4" presStyleCnt="9"/>
      <dgm:spPr/>
    </dgm:pt>
    <dgm:pt modelId="{8B8DFF3B-D83E-4042-960D-6D6E4CD5013A}" type="pres">
      <dgm:prSet presAssocID="{DA35EACB-7355-4125-8DC8-26A323D70C7D}" presName="node" presStyleLbl="node1" presStyleIdx="5" presStyleCnt="10">
        <dgm:presLayoutVars>
          <dgm:bulletEnabled val="1"/>
        </dgm:presLayoutVars>
      </dgm:prSet>
      <dgm:spPr/>
    </dgm:pt>
    <dgm:pt modelId="{BC803690-33D5-48B9-8125-65F08230E95E}" type="pres">
      <dgm:prSet presAssocID="{70AF4664-9C61-4CF3-9AC8-7C777E46916F}" presName="sibTrans" presStyleLbl="sibTrans1D1" presStyleIdx="5" presStyleCnt="9"/>
      <dgm:spPr/>
    </dgm:pt>
    <dgm:pt modelId="{B6C0408F-9932-44AD-ADB5-50427BDD84B1}" type="pres">
      <dgm:prSet presAssocID="{70AF4664-9C61-4CF3-9AC8-7C777E46916F}" presName="connectorText" presStyleLbl="sibTrans1D1" presStyleIdx="5" presStyleCnt="9"/>
      <dgm:spPr/>
    </dgm:pt>
    <dgm:pt modelId="{ADFE34A8-7411-4C28-B663-70006D3A64D5}" type="pres">
      <dgm:prSet presAssocID="{FCBF355A-A95F-4653-B436-AECAC211C5E4}" presName="node" presStyleLbl="node1" presStyleIdx="6" presStyleCnt="10">
        <dgm:presLayoutVars>
          <dgm:bulletEnabled val="1"/>
        </dgm:presLayoutVars>
      </dgm:prSet>
      <dgm:spPr/>
    </dgm:pt>
    <dgm:pt modelId="{C4A90BE8-9779-44A2-A3A1-0F4600EF3A7E}" type="pres">
      <dgm:prSet presAssocID="{D6E02155-15F7-4255-AFD4-DC5B6CB1F71B}" presName="sibTrans" presStyleLbl="sibTrans1D1" presStyleIdx="6" presStyleCnt="9"/>
      <dgm:spPr/>
    </dgm:pt>
    <dgm:pt modelId="{F7913F4A-37F9-48F3-BF5B-5F9201C75DF0}" type="pres">
      <dgm:prSet presAssocID="{D6E02155-15F7-4255-AFD4-DC5B6CB1F71B}" presName="connectorText" presStyleLbl="sibTrans1D1" presStyleIdx="6" presStyleCnt="9"/>
      <dgm:spPr/>
    </dgm:pt>
    <dgm:pt modelId="{16871AFC-AB74-417C-A92B-138EFF3F8245}" type="pres">
      <dgm:prSet presAssocID="{EB0397EB-57F6-47FB-AF0D-B4C4250B0F90}" presName="node" presStyleLbl="node1" presStyleIdx="7" presStyleCnt="10">
        <dgm:presLayoutVars>
          <dgm:bulletEnabled val="1"/>
        </dgm:presLayoutVars>
      </dgm:prSet>
      <dgm:spPr/>
    </dgm:pt>
    <dgm:pt modelId="{E4DF41E9-14D8-4D9C-9154-04F340D1E5D2}" type="pres">
      <dgm:prSet presAssocID="{2DB8D2BE-3435-4E79-922C-09F64438032F}" presName="sibTrans" presStyleLbl="sibTrans1D1" presStyleIdx="7" presStyleCnt="9"/>
      <dgm:spPr/>
    </dgm:pt>
    <dgm:pt modelId="{E27EA55C-D74B-4B88-B4B4-C82014C940C3}" type="pres">
      <dgm:prSet presAssocID="{2DB8D2BE-3435-4E79-922C-09F64438032F}" presName="connectorText" presStyleLbl="sibTrans1D1" presStyleIdx="7" presStyleCnt="9"/>
      <dgm:spPr/>
    </dgm:pt>
    <dgm:pt modelId="{D6731DAF-F3AC-43B4-9217-BAA45902E33D}" type="pres">
      <dgm:prSet presAssocID="{D698A47E-0737-415F-95A9-27F5910D12C1}" presName="node" presStyleLbl="node1" presStyleIdx="8" presStyleCnt="10">
        <dgm:presLayoutVars>
          <dgm:bulletEnabled val="1"/>
        </dgm:presLayoutVars>
      </dgm:prSet>
      <dgm:spPr/>
    </dgm:pt>
    <dgm:pt modelId="{A95BB912-F8AB-42B5-842B-5E3E1AE3CC74}" type="pres">
      <dgm:prSet presAssocID="{499EC684-FF2C-46CF-B869-AB90A75AF33B}" presName="sibTrans" presStyleLbl="sibTrans1D1" presStyleIdx="8" presStyleCnt="9"/>
      <dgm:spPr/>
    </dgm:pt>
    <dgm:pt modelId="{C72B6F0A-2A8D-4708-99BF-52E179305EB1}" type="pres">
      <dgm:prSet presAssocID="{499EC684-FF2C-46CF-B869-AB90A75AF33B}" presName="connectorText" presStyleLbl="sibTrans1D1" presStyleIdx="8" presStyleCnt="9"/>
      <dgm:spPr/>
    </dgm:pt>
    <dgm:pt modelId="{ADB20035-1FAD-4CD7-B292-28524890E832}" type="pres">
      <dgm:prSet presAssocID="{C5124B23-85EB-4021-B8F1-EA130282FD49}" presName="node" presStyleLbl="node1" presStyleIdx="9" presStyleCnt="10">
        <dgm:presLayoutVars>
          <dgm:bulletEnabled val="1"/>
        </dgm:presLayoutVars>
      </dgm:prSet>
      <dgm:spPr/>
    </dgm:pt>
  </dgm:ptLst>
  <dgm:cxnLst>
    <dgm:cxn modelId="{31D4D113-2EB7-4B22-80F6-C0443C44FC96}" type="presOf" srcId="{499EC684-FF2C-46CF-B869-AB90A75AF33B}" destId="{C72B6F0A-2A8D-4708-99BF-52E179305EB1}" srcOrd="1" destOrd="0" presId="urn:microsoft.com/office/officeart/2016/7/layout/RepeatingBendingProcessNew"/>
    <dgm:cxn modelId="{E0298716-13E9-4700-9216-1A705D934FCE}" type="presOf" srcId="{B2324520-BB1D-4C7C-BB21-2E440D247EEF}" destId="{F02CE1E5-B0CD-42E2-B81C-E83BBB88B0F8}" srcOrd="0" destOrd="0" presId="urn:microsoft.com/office/officeart/2016/7/layout/RepeatingBendingProcessNew"/>
    <dgm:cxn modelId="{73A63819-451E-422B-BEBD-5FFF0BF0D0E7}" type="presOf" srcId="{62DF4020-9907-4D01-96A0-6CAFDF774096}" destId="{0C8EF23F-358E-4E4C-BA42-3047DCE082CF}" srcOrd="1" destOrd="0" presId="urn:microsoft.com/office/officeart/2016/7/layout/RepeatingBendingProcessNew"/>
    <dgm:cxn modelId="{DFBA321D-ACF3-42D1-A146-F32358BE462C}" srcId="{947D44C5-38BD-4E01-B37E-645CAB534F61}" destId="{C5124B23-85EB-4021-B8F1-EA130282FD49}" srcOrd="9" destOrd="0" parTransId="{1BD07D5D-61DE-41FE-9F1A-2BC28A7707B7}" sibTransId="{CC3655B2-C180-4117-8D54-1545BA1BAD5A}"/>
    <dgm:cxn modelId="{675C4A22-40C2-45DF-9A96-5047DC2E7C02}" type="presOf" srcId="{E241ED6C-1942-418F-A81A-5BA9C47C3B86}" destId="{92225BE2-6C0D-4E16-A2B6-DE62FEEF8E12}" srcOrd="0" destOrd="0" presId="urn:microsoft.com/office/officeart/2016/7/layout/RepeatingBendingProcessNew"/>
    <dgm:cxn modelId="{31CA1F24-FEA9-442E-B7F8-4717DADEDC02}" srcId="{947D44C5-38BD-4E01-B37E-645CAB534F61}" destId="{DA35EACB-7355-4125-8DC8-26A323D70C7D}" srcOrd="5" destOrd="0" parTransId="{5BCD60DB-C2D6-473C-80E9-3BE605D33681}" sibTransId="{70AF4664-9C61-4CF3-9AC8-7C777E46916F}"/>
    <dgm:cxn modelId="{20F6C425-2BBD-4A12-925A-6EDA59DB2458}" type="presOf" srcId="{EB43C25E-1365-4D2F-9CD9-AB7EAE7B5399}" destId="{C47FE4B4-D9E8-47F5-BC93-9467928D4015}" srcOrd="0" destOrd="0" presId="urn:microsoft.com/office/officeart/2016/7/layout/RepeatingBendingProcessNew"/>
    <dgm:cxn modelId="{B0314129-4E2E-421E-AF20-288313832E0E}" type="presOf" srcId="{EB0397EB-57F6-47FB-AF0D-B4C4250B0F90}" destId="{16871AFC-AB74-417C-A92B-138EFF3F8245}" srcOrd="0" destOrd="0" presId="urn:microsoft.com/office/officeart/2016/7/layout/RepeatingBendingProcessNew"/>
    <dgm:cxn modelId="{3738012F-72FC-482F-86F7-84968CECF595}" type="presOf" srcId="{D6E02155-15F7-4255-AFD4-DC5B6CB1F71B}" destId="{C4A90BE8-9779-44A2-A3A1-0F4600EF3A7E}" srcOrd="0" destOrd="0" presId="urn:microsoft.com/office/officeart/2016/7/layout/RepeatingBendingProcessNew"/>
    <dgm:cxn modelId="{A6FCCD2F-CBDB-4A90-99D4-0987B41A4D7A}" type="presOf" srcId="{EB43C25E-1365-4D2F-9CD9-AB7EAE7B5399}" destId="{6B483D5B-FDDD-48C3-9BEE-D807950F2FED}" srcOrd="1" destOrd="0" presId="urn:microsoft.com/office/officeart/2016/7/layout/RepeatingBendingProcessNew"/>
    <dgm:cxn modelId="{1A436830-D312-4D79-985F-C1C3BA643F0B}" srcId="{947D44C5-38BD-4E01-B37E-645CAB534F61}" destId="{FCBF355A-A95F-4653-B436-AECAC211C5E4}" srcOrd="6" destOrd="0" parTransId="{9755B66F-398B-4784-A874-98BC23A3246D}" sibTransId="{D6E02155-15F7-4255-AFD4-DC5B6CB1F71B}"/>
    <dgm:cxn modelId="{57A73A35-A9AE-4559-ABC0-C7559315ADE9}" type="presOf" srcId="{FCBF355A-A95F-4653-B436-AECAC211C5E4}" destId="{ADFE34A8-7411-4C28-B663-70006D3A64D5}" srcOrd="0" destOrd="0" presId="urn:microsoft.com/office/officeart/2016/7/layout/RepeatingBendingProcessNew"/>
    <dgm:cxn modelId="{51FD353C-D452-47AD-AD59-028E27D52A1E}" type="presOf" srcId="{D6E02155-15F7-4255-AFD4-DC5B6CB1F71B}" destId="{F7913F4A-37F9-48F3-BF5B-5F9201C75DF0}" srcOrd="1" destOrd="0" presId="urn:microsoft.com/office/officeart/2016/7/layout/RepeatingBendingProcessNew"/>
    <dgm:cxn modelId="{E8987B5B-5B15-4279-85AF-3AA3480D35B4}" srcId="{947D44C5-38BD-4E01-B37E-645CAB534F61}" destId="{D44266AA-73F2-4BCA-8BFC-D6C34E0CEA9C}" srcOrd="0" destOrd="0" parTransId="{27D613FF-8E70-47E1-92F6-11F092269C76}" sibTransId="{EB43C25E-1365-4D2F-9CD9-AB7EAE7B5399}"/>
    <dgm:cxn modelId="{83C6825D-3FF6-4557-9DB4-B38E40F6E6FF}" type="presOf" srcId="{499EC684-FF2C-46CF-B869-AB90A75AF33B}" destId="{A95BB912-F8AB-42B5-842B-5E3E1AE3CC74}" srcOrd="0" destOrd="0" presId="urn:microsoft.com/office/officeart/2016/7/layout/RepeatingBendingProcessNew"/>
    <dgm:cxn modelId="{CE7D4F62-01F7-4199-9A80-93A6585A291D}" type="presOf" srcId="{D698A47E-0737-415F-95A9-27F5910D12C1}" destId="{D6731DAF-F3AC-43B4-9217-BAA45902E33D}" srcOrd="0" destOrd="0" presId="urn:microsoft.com/office/officeart/2016/7/layout/RepeatingBendingProcessNew"/>
    <dgm:cxn modelId="{89228765-CC83-4D38-A501-0F1879F8CE6F}" srcId="{947D44C5-38BD-4E01-B37E-645CAB534F61}" destId="{AE55D511-28B8-45CA-A691-931B690670A8}" srcOrd="1" destOrd="0" parTransId="{5F693C96-29F5-4B44-8AB8-C917D7A6703F}" sibTransId="{B2324520-BB1D-4C7C-BB21-2E440D247EEF}"/>
    <dgm:cxn modelId="{00D3E745-FFC7-4BAF-878F-20E4E4316311}" srcId="{947D44C5-38BD-4E01-B37E-645CAB534F61}" destId="{D698A47E-0737-415F-95A9-27F5910D12C1}" srcOrd="8" destOrd="0" parTransId="{8A7AFDCE-2334-4A31-8E25-A54E6B4AEA25}" sibTransId="{499EC684-FF2C-46CF-B869-AB90A75AF33B}"/>
    <dgm:cxn modelId="{1B0B424D-29CA-4F56-B355-CE7AD59098C7}" type="presOf" srcId="{401BAA70-B02E-4891-B2AA-5A0CA3EDA9F5}" destId="{05FBE470-CF7D-4CB4-9918-56E48500CFC3}" srcOrd="0" destOrd="0" presId="urn:microsoft.com/office/officeart/2016/7/layout/RepeatingBendingProcessNew"/>
    <dgm:cxn modelId="{C46A7C6D-7E97-4500-82EF-1BC5635F1FF6}" type="presOf" srcId="{62DF4020-9907-4D01-96A0-6CAFDF774096}" destId="{1BBB715B-3BB0-4716-A2AB-A401B12FAFA5}" srcOrd="0" destOrd="0" presId="urn:microsoft.com/office/officeart/2016/7/layout/RepeatingBendingProcessNew"/>
    <dgm:cxn modelId="{CDD4A16F-EAA0-4221-82AC-F420D0DD54DD}" type="presOf" srcId="{947D44C5-38BD-4E01-B37E-645CAB534F61}" destId="{D6D18D0A-7DBE-4ECC-BBA8-1F322C457E94}" srcOrd="0" destOrd="0" presId="urn:microsoft.com/office/officeart/2016/7/layout/RepeatingBendingProcessNew"/>
    <dgm:cxn modelId="{DA6CB671-B687-4872-ADF1-BDF4E7DDE6FF}" type="presOf" srcId="{C5124B23-85EB-4021-B8F1-EA130282FD49}" destId="{ADB20035-1FAD-4CD7-B292-28524890E832}" srcOrd="0" destOrd="0" presId="urn:microsoft.com/office/officeart/2016/7/layout/RepeatingBendingProcessNew"/>
    <dgm:cxn modelId="{0A5A4556-49C1-404C-A313-5D0E35FA92F8}" type="presOf" srcId="{C9F400BD-D5F0-4F19-9A79-CE2AD7DB2F58}" destId="{63073751-7CEF-4444-8CB5-4A7AA83EF788}" srcOrd="0" destOrd="0" presId="urn:microsoft.com/office/officeart/2016/7/layout/RepeatingBendingProcessNew"/>
    <dgm:cxn modelId="{237CDA81-9D9F-4EF5-8A58-8B3290AA20A2}" type="presOf" srcId="{2DB8D2BE-3435-4E79-922C-09F64438032F}" destId="{E4DF41E9-14D8-4D9C-9154-04F340D1E5D2}" srcOrd="0" destOrd="0" presId="urn:microsoft.com/office/officeart/2016/7/layout/RepeatingBendingProcessNew"/>
    <dgm:cxn modelId="{0C2D7184-AB2E-4C07-BCA1-E7165F524E63}" type="presOf" srcId="{B2324520-BB1D-4C7C-BB21-2E440D247EEF}" destId="{CED530AE-B142-4CF8-B198-FA0B14A83D22}" srcOrd="1" destOrd="0" presId="urn:microsoft.com/office/officeart/2016/7/layout/RepeatingBendingProcessNew"/>
    <dgm:cxn modelId="{2DB27F84-A512-4E17-9BAE-A1EC4FBFC4CA}" srcId="{947D44C5-38BD-4E01-B37E-645CAB534F61}" destId="{EB0397EB-57F6-47FB-AF0D-B4C4250B0F90}" srcOrd="7" destOrd="0" parTransId="{8ADF6521-7D46-4E33-ACA9-CA1BF45473F9}" sibTransId="{2DB8D2BE-3435-4E79-922C-09F64438032F}"/>
    <dgm:cxn modelId="{E7AA60A3-4452-4DE5-ACD9-1F1293F5B7BB}" srcId="{947D44C5-38BD-4E01-B37E-645CAB534F61}" destId="{E241ED6C-1942-418F-A81A-5BA9C47C3B86}" srcOrd="4" destOrd="0" parTransId="{F219545E-F5EF-4564-ACE4-F93001420724}" sibTransId="{C9F400BD-D5F0-4F19-9A79-CE2AD7DB2F58}"/>
    <dgm:cxn modelId="{FD0E53A8-361C-4E61-8EF3-64D627330F42}" srcId="{947D44C5-38BD-4E01-B37E-645CAB534F61}" destId="{06CF996B-0816-45B2-A77C-4B01C4E6EE76}" srcOrd="2" destOrd="0" parTransId="{BE960675-8EDF-4A52-87E9-CDD6762B13BD}" sibTransId="{62DF4020-9907-4D01-96A0-6CAFDF774096}"/>
    <dgm:cxn modelId="{1E411BA9-47C8-4299-B2C9-A184F1EEC4C9}" type="presOf" srcId="{F3F2B982-98CE-4370-8909-D5FFA8F37567}" destId="{C29D575D-0366-4EAB-98CD-C72961C91481}" srcOrd="0" destOrd="0" presId="urn:microsoft.com/office/officeart/2016/7/layout/RepeatingBendingProcessNew"/>
    <dgm:cxn modelId="{32E4B0B4-83E2-44FA-B409-0383712BC74F}" srcId="{947D44C5-38BD-4E01-B37E-645CAB534F61}" destId="{F3F2B982-98CE-4370-8909-D5FFA8F37567}" srcOrd="3" destOrd="0" parTransId="{C6FDC880-3A49-4170-B7D6-14AC817D077F}" sibTransId="{401BAA70-B02E-4891-B2AA-5A0CA3EDA9F5}"/>
    <dgm:cxn modelId="{4C83A4B5-9F50-4946-8588-474244590DB3}" type="presOf" srcId="{401BAA70-B02E-4891-B2AA-5A0CA3EDA9F5}" destId="{75856B16-7A23-4314-AB13-3E4E96A62224}" srcOrd="1" destOrd="0" presId="urn:microsoft.com/office/officeart/2016/7/layout/RepeatingBendingProcessNew"/>
    <dgm:cxn modelId="{52C8E2DF-2C99-4466-BE6B-FB1953234CA0}" type="presOf" srcId="{06CF996B-0816-45B2-A77C-4B01C4E6EE76}" destId="{D956B5C2-1444-4EB7-9F92-815D24C186E1}" srcOrd="0" destOrd="0" presId="urn:microsoft.com/office/officeart/2016/7/layout/RepeatingBendingProcessNew"/>
    <dgm:cxn modelId="{03CB3FE0-764A-44BD-A817-C080EA8C2E59}" type="presOf" srcId="{2DB8D2BE-3435-4E79-922C-09F64438032F}" destId="{E27EA55C-D74B-4B88-B4B4-C82014C940C3}" srcOrd="1" destOrd="0" presId="urn:microsoft.com/office/officeart/2016/7/layout/RepeatingBendingProcessNew"/>
    <dgm:cxn modelId="{F846B2E0-EC16-41D5-B66D-537EBE0B31E5}" type="presOf" srcId="{70AF4664-9C61-4CF3-9AC8-7C777E46916F}" destId="{BC803690-33D5-48B9-8125-65F08230E95E}" srcOrd="0" destOrd="0" presId="urn:microsoft.com/office/officeart/2016/7/layout/RepeatingBendingProcessNew"/>
    <dgm:cxn modelId="{6989DCE5-2346-48A0-81A2-AFBB60F8F820}" type="presOf" srcId="{AE55D511-28B8-45CA-A691-931B690670A8}" destId="{783BA4BE-C8EE-4CB6-8257-3B74E16BE401}" srcOrd="0" destOrd="0" presId="urn:microsoft.com/office/officeart/2016/7/layout/RepeatingBendingProcessNew"/>
    <dgm:cxn modelId="{56A3D8E8-2935-45FB-884A-34656EACAD75}" type="presOf" srcId="{70AF4664-9C61-4CF3-9AC8-7C777E46916F}" destId="{B6C0408F-9932-44AD-ADB5-50427BDD84B1}" srcOrd="1" destOrd="0" presId="urn:microsoft.com/office/officeart/2016/7/layout/RepeatingBendingProcessNew"/>
    <dgm:cxn modelId="{058A45F7-050B-421C-8BF1-B83DDA3ED627}" type="presOf" srcId="{DA35EACB-7355-4125-8DC8-26A323D70C7D}" destId="{8B8DFF3B-D83E-4042-960D-6D6E4CD5013A}" srcOrd="0" destOrd="0" presId="urn:microsoft.com/office/officeart/2016/7/layout/RepeatingBendingProcessNew"/>
    <dgm:cxn modelId="{638F92FC-82C8-4B0A-929A-F61454531234}" type="presOf" srcId="{D44266AA-73F2-4BCA-8BFC-D6C34E0CEA9C}" destId="{4F58F9F9-64EB-4FEC-987E-025750693626}" srcOrd="0" destOrd="0" presId="urn:microsoft.com/office/officeart/2016/7/layout/RepeatingBendingProcessNew"/>
    <dgm:cxn modelId="{278C27FE-382E-4C8B-943A-550C272D1DB0}" type="presOf" srcId="{C9F400BD-D5F0-4F19-9A79-CE2AD7DB2F58}" destId="{84E0D1E6-5B41-4366-B640-E16E1FFAC0A6}" srcOrd="1" destOrd="0" presId="urn:microsoft.com/office/officeart/2016/7/layout/RepeatingBendingProcessNew"/>
    <dgm:cxn modelId="{BFCA65F5-3BCF-4F17-BE86-0E8BBE605811}" type="presParOf" srcId="{D6D18D0A-7DBE-4ECC-BBA8-1F322C457E94}" destId="{4F58F9F9-64EB-4FEC-987E-025750693626}" srcOrd="0" destOrd="0" presId="urn:microsoft.com/office/officeart/2016/7/layout/RepeatingBendingProcessNew"/>
    <dgm:cxn modelId="{748CC6FA-C940-4240-8975-1B2754480277}" type="presParOf" srcId="{D6D18D0A-7DBE-4ECC-BBA8-1F322C457E94}" destId="{C47FE4B4-D9E8-47F5-BC93-9467928D4015}" srcOrd="1" destOrd="0" presId="urn:microsoft.com/office/officeart/2016/7/layout/RepeatingBendingProcessNew"/>
    <dgm:cxn modelId="{6761548B-3D8C-4CDB-B6B8-092EFAD05E72}" type="presParOf" srcId="{C47FE4B4-D9E8-47F5-BC93-9467928D4015}" destId="{6B483D5B-FDDD-48C3-9BEE-D807950F2FED}" srcOrd="0" destOrd="0" presId="urn:microsoft.com/office/officeart/2016/7/layout/RepeatingBendingProcessNew"/>
    <dgm:cxn modelId="{08D75FF3-1CDA-49C3-848B-FAA61C71A77E}" type="presParOf" srcId="{D6D18D0A-7DBE-4ECC-BBA8-1F322C457E94}" destId="{783BA4BE-C8EE-4CB6-8257-3B74E16BE401}" srcOrd="2" destOrd="0" presId="urn:microsoft.com/office/officeart/2016/7/layout/RepeatingBendingProcessNew"/>
    <dgm:cxn modelId="{C43D485E-670D-4173-9A7C-8F82A9063EC9}" type="presParOf" srcId="{D6D18D0A-7DBE-4ECC-BBA8-1F322C457E94}" destId="{F02CE1E5-B0CD-42E2-B81C-E83BBB88B0F8}" srcOrd="3" destOrd="0" presId="urn:microsoft.com/office/officeart/2016/7/layout/RepeatingBendingProcessNew"/>
    <dgm:cxn modelId="{8F3BBC2E-7CE9-49FE-BE49-7258FCF32A42}" type="presParOf" srcId="{F02CE1E5-B0CD-42E2-B81C-E83BBB88B0F8}" destId="{CED530AE-B142-4CF8-B198-FA0B14A83D22}" srcOrd="0" destOrd="0" presId="urn:microsoft.com/office/officeart/2016/7/layout/RepeatingBendingProcessNew"/>
    <dgm:cxn modelId="{07EC807D-D6D3-4D13-AF89-86174B9B33FC}" type="presParOf" srcId="{D6D18D0A-7DBE-4ECC-BBA8-1F322C457E94}" destId="{D956B5C2-1444-4EB7-9F92-815D24C186E1}" srcOrd="4" destOrd="0" presId="urn:microsoft.com/office/officeart/2016/7/layout/RepeatingBendingProcessNew"/>
    <dgm:cxn modelId="{1E9A0D5C-E38D-47AB-9635-9117AFF1A307}" type="presParOf" srcId="{D6D18D0A-7DBE-4ECC-BBA8-1F322C457E94}" destId="{1BBB715B-3BB0-4716-A2AB-A401B12FAFA5}" srcOrd="5" destOrd="0" presId="urn:microsoft.com/office/officeart/2016/7/layout/RepeatingBendingProcessNew"/>
    <dgm:cxn modelId="{C88D8724-FE2D-4A6C-9195-A8E32511A70C}" type="presParOf" srcId="{1BBB715B-3BB0-4716-A2AB-A401B12FAFA5}" destId="{0C8EF23F-358E-4E4C-BA42-3047DCE082CF}" srcOrd="0" destOrd="0" presId="urn:microsoft.com/office/officeart/2016/7/layout/RepeatingBendingProcessNew"/>
    <dgm:cxn modelId="{2B71F7D4-EF9F-4AFE-967A-2A1A799E579B}" type="presParOf" srcId="{D6D18D0A-7DBE-4ECC-BBA8-1F322C457E94}" destId="{C29D575D-0366-4EAB-98CD-C72961C91481}" srcOrd="6" destOrd="0" presId="urn:microsoft.com/office/officeart/2016/7/layout/RepeatingBendingProcessNew"/>
    <dgm:cxn modelId="{627044A7-45D9-462B-BFA4-9DA2808426A1}" type="presParOf" srcId="{D6D18D0A-7DBE-4ECC-BBA8-1F322C457E94}" destId="{05FBE470-CF7D-4CB4-9918-56E48500CFC3}" srcOrd="7" destOrd="0" presId="urn:microsoft.com/office/officeart/2016/7/layout/RepeatingBendingProcessNew"/>
    <dgm:cxn modelId="{67DD895D-725D-4039-ADF3-849C614905A2}" type="presParOf" srcId="{05FBE470-CF7D-4CB4-9918-56E48500CFC3}" destId="{75856B16-7A23-4314-AB13-3E4E96A62224}" srcOrd="0" destOrd="0" presId="urn:microsoft.com/office/officeart/2016/7/layout/RepeatingBendingProcessNew"/>
    <dgm:cxn modelId="{96643DAA-5829-436A-B0D9-94EEAFD487FC}" type="presParOf" srcId="{D6D18D0A-7DBE-4ECC-BBA8-1F322C457E94}" destId="{92225BE2-6C0D-4E16-A2B6-DE62FEEF8E12}" srcOrd="8" destOrd="0" presId="urn:microsoft.com/office/officeart/2016/7/layout/RepeatingBendingProcessNew"/>
    <dgm:cxn modelId="{6E78043E-7967-4D8E-8AEB-2E0796A5C1BB}" type="presParOf" srcId="{D6D18D0A-7DBE-4ECC-BBA8-1F322C457E94}" destId="{63073751-7CEF-4444-8CB5-4A7AA83EF788}" srcOrd="9" destOrd="0" presId="urn:microsoft.com/office/officeart/2016/7/layout/RepeatingBendingProcessNew"/>
    <dgm:cxn modelId="{19DAA83F-BAB6-43FD-B57C-0B954C859862}" type="presParOf" srcId="{63073751-7CEF-4444-8CB5-4A7AA83EF788}" destId="{84E0D1E6-5B41-4366-B640-E16E1FFAC0A6}" srcOrd="0" destOrd="0" presId="urn:microsoft.com/office/officeart/2016/7/layout/RepeatingBendingProcessNew"/>
    <dgm:cxn modelId="{4BE4FBEA-6605-4949-AD5E-65B04812FA2E}" type="presParOf" srcId="{D6D18D0A-7DBE-4ECC-BBA8-1F322C457E94}" destId="{8B8DFF3B-D83E-4042-960D-6D6E4CD5013A}" srcOrd="10" destOrd="0" presId="urn:microsoft.com/office/officeart/2016/7/layout/RepeatingBendingProcessNew"/>
    <dgm:cxn modelId="{0ECC2230-5FDC-42A9-A723-C078EB9532E9}" type="presParOf" srcId="{D6D18D0A-7DBE-4ECC-BBA8-1F322C457E94}" destId="{BC803690-33D5-48B9-8125-65F08230E95E}" srcOrd="11" destOrd="0" presId="urn:microsoft.com/office/officeart/2016/7/layout/RepeatingBendingProcessNew"/>
    <dgm:cxn modelId="{F0A2A3F7-BC02-48C6-B2D4-D8B018E66C0F}" type="presParOf" srcId="{BC803690-33D5-48B9-8125-65F08230E95E}" destId="{B6C0408F-9932-44AD-ADB5-50427BDD84B1}" srcOrd="0" destOrd="0" presId="urn:microsoft.com/office/officeart/2016/7/layout/RepeatingBendingProcessNew"/>
    <dgm:cxn modelId="{6A732651-B3CA-4E7F-A4B3-E9A3D29EC0D6}" type="presParOf" srcId="{D6D18D0A-7DBE-4ECC-BBA8-1F322C457E94}" destId="{ADFE34A8-7411-4C28-B663-70006D3A64D5}" srcOrd="12" destOrd="0" presId="urn:microsoft.com/office/officeart/2016/7/layout/RepeatingBendingProcessNew"/>
    <dgm:cxn modelId="{A42B2FBB-AF66-4F54-B298-93E71984AF7B}" type="presParOf" srcId="{D6D18D0A-7DBE-4ECC-BBA8-1F322C457E94}" destId="{C4A90BE8-9779-44A2-A3A1-0F4600EF3A7E}" srcOrd="13" destOrd="0" presId="urn:microsoft.com/office/officeart/2016/7/layout/RepeatingBendingProcessNew"/>
    <dgm:cxn modelId="{6C453425-BA7B-461B-BCE2-3FAACA0F482C}" type="presParOf" srcId="{C4A90BE8-9779-44A2-A3A1-0F4600EF3A7E}" destId="{F7913F4A-37F9-48F3-BF5B-5F9201C75DF0}" srcOrd="0" destOrd="0" presId="urn:microsoft.com/office/officeart/2016/7/layout/RepeatingBendingProcessNew"/>
    <dgm:cxn modelId="{93436F44-BA40-4E14-A85E-217AA34ED349}" type="presParOf" srcId="{D6D18D0A-7DBE-4ECC-BBA8-1F322C457E94}" destId="{16871AFC-AB74-417C-A92B-138EFF3F8245}" srcOrd="14" destOrd="0" presId="urn:microsoft.com/office/officeart/2016/7/layout/RepeatingBendingProcessNew"/>
    <dgm:cxn modelId="{59FA300B-E7F0-4AAC-B728-382C7930E995}" type="presParOf" srcId="{D6D18D0A-7DBE-4ECC-BBA8-1F322C457E94}" destId="{E4DF41E9-14D8-4D9C-9154-04F340D1E5D2}" srcOrd="15" destOrd="0" presId="urn:microsoft.com/office/officeart/2016/7/layout/RepeatingBendingProcessNew"/>
    <dgm:cxn modelId="{EF3EACB9-846C-4E3B-87D5-B94D5D452115}" type="presParOf" srcId="{E4DF41E9-14D8-4D9C-9154-04F340D1E5D2}" destId="{E27EA55C-D74B-4B88-B4B4-C82014C940C3}" srcOrd="0" destOrd="0" presId="urn:microsoft.com/office/officeart/2016/7/layout/RepeatingBendingProcessNew"/>
    <dgm:cxn modelId="{FB35EE4A-1A07-40C9-8736-2FC07ECD7132}" type="presParOf" srcId="{D6D18D0A-7DBE-4ECC-BBA8-1F322C457E94}" destId="{D6731DAF-F3AC-43B4-9217-BAA45902E33D}" srcOrd="16" destOrd="0" presId="urn:microsoft.com/office/officeart/2016/7/layout/RepeatingBendingProcessNew"/>
    <dgm:cxn modelId="{8D764874-5BBB-4686-87C4-5FD6957EB0D9}" type="presParOf" srcId="{D6D18D0A-7DBE-4ECC-BBA8-1F322C457E94}" destId="{A95BB912-F8AB-42B5-842B-5E3E1AE3CC74}" srcOrd="17" destOrd="0" presId="urn:microsoft.com/office/officeart/2016/7/layout/RepeatingBendingProcessNew"/>
    <dgm:cxn modelId="{35CAA218-72C4-446E-90B8-E360662A693D}" type="presParOf" srcId="{A95BB912-F8AB-42B5-842B-5E3E1AE3CC74}" destId="{C72B6F0A-2A8D-4708-99BF-52E179305EB1}" srcOrd="0" destOrd="0" presId="urn:microsoft.com/office/officeart/2016/7/layout/RepeatingBendingProcessNew"/>
    <dgm:cxn modelId="{B397F5C1-0DFB-4414-B5C6-6028A5797667}" type="presParOf" srcId="{D6D18D0A-7DBE-4ECC-BBA8-1F322C457E94}" destId="{ADB20035-1FAD-4CD7-B292-28524890E832}" srcOrd="18" destOrd="0" presId="urn:microsoft.com/office/officeart/2016/7/layout/RepeatingBendingProcessNew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794805-20DE-49ED-8D60-010113A6105D}" type="doc">
      <dgm:prSet loTypeId="urn:microsoft.com/office/officeart/2005/8/layout/vList2" loCatId="list" qsTypeId="urn:microsoft.com/office/officeart/2005/8/quickstyle/simple4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8DF8A2A-9624-41AB-815E-7CF37D61D931}">
      <dgm:prSet/>
      <dgm:spPr/>
      <dgm:t>
        <a:bodyPr/>
        <a:lstStyle/>
        <a:p>
          <a:r>
            <a:rPr lang="en-US"/>
            <a:t>Frontend (Streamlit)</a:t>
          </a:r>
        </a:p>
      </dgm:t>
    </dgm:pt>
    <dgm:pt modelId="{D7F9F23E-60A5-443F-8354-E4027CEC27D2}" type="parTrans" cxnId="{40024F00-566A-4565-90DE-1F3A3D3C4D51}">
      <dgm:prSet/>
      <dgm:spPr/>
      <dgm:t>
        <a:bodyPr/>
        <a:lstStyle/>
        <a:p>
          <a:endParaRPr lang="en-US"/>
        </a:p>
      </dgm:t>
    </dgm:pt>
    <dgm:pt modelId="{1BA76F8B-503B-4ED1-AA8C-A78F1C4D2B5B}" type="sibTrans" cxnId="{40024F00-566A-4565-90DE-1F3A3D3C4D51}">
      <dgm:prSet/>
      <dgm:spPr/>
      <dgm:t>
        <a:bodyPr/>
        <a:lstStyle/>
        <a:p>
          <a:endParaRPr lang="en-US"/>
        </a:p>
      </dgm:t>
    </dgm:pt>
    <dgm:pt modelId="{6FC3B004-930D-4B8C-B2BB-CF82EE14D7C8}">
      <dgm:prSet/>
      <dgm:spPr/>
      <dgm:t>
        <a:bodyPr/>
        <a:lstStyle/>
        <a:p>
          <a:r>
            <a:rPr lang="en-US"/>
            <a:t>↓</a:t>
          </a:r>
        </a:p>
      </dgm:t>
    </dgm:pt>
    <dgm:pt modelId="{396E961C-67FA-4242-A05A-523E605E3D94}" type="parTrans" cxnId="{789B4CF4-0E40-4D7E-929B-06F6E197F09C}">
      <dgm:prSet/>
      <dgm:spPr/>
      <dgm:t>
        <a:bodyPr/>
        <a:lstStyle/>
        <a:p>
          <a:endParaRPr lang="en-US"/>
        </a:p>
      </dgm:t>
    </dgm:pt>
    <dgm:pt modelId="{ABC101AF-A342-48B4-B11D-B61A32FB254D}" type="sibTrans" cxnId="{789B4CF4-0E40-4D7E-929B-06F6E197F09C}">
      <dgm:prSet/>
      <dgm:spPr/>
      <dgm:t>
        <a:bodyPr/>
        <a:lstStyle/>
        <a:p>
          <a:endParaRPr lang="en-US"/>
        </a:p>
      </dgm:t>
    </dgm:pt>
    <dgm:pt modelId="{E9E6A6D2-AFE5-49ED-8959-463AB27E1948}">
      <dgm:prSet/>
      <dgm:spPr/>
      <dgm:t>
        <a:bodyPr/>
        <a:lstStyle/>
        <a:p>
          <a:r>
            <a:rPr lang="en-US"/>
            <a:t>Backend API (Flask)</a:t>
          </a:r>
        </a:p>
      </dgm:t>
    </dgm:pt>
    <dgm:pt modelId="{AF947179-3393-4EF2-B652-41DC79234894}" type="parTrans" cxnId="{FA9A7EF2-52CD-46E5-A37D-65AD94D5DCE0}">
      <dgm:prSet/>
      <dgm:spPr/>
      <dgm:t>
        <a:bodyPr/>
        <a:lstStyle/>
        <a:p>
          <a:endParaRPr lang="en-US"/>
        </a:p>
      </dgm:t>
    </dgm:pt>
    <dgm:pt modelId="{DBD63EF6-4F02-4B3B-B345-F108B27A6FC3}" type="sibTrans" cxnId="{FA9A7EF2-52CD-46E5-A37D-65AD94D5DCE0}">
      <dgm:prSet/>
      <dgm:spPr/>
      <dgm:t>
        <a:bodyPr/>
        <a:lstStyle/>
        <a:p>
          <a:endParaRPr lang="en-US"/>
        </a:p>
      </dgm:t>
    </dgm:pt>
    <dgm:pt modelId="{9D3F2FE7-86D8-48DE-B2F2-08AD437A946F}">
      <dgm:prSet/>
      <dgm:spPr/>
      <dgm:t>
        <a:bodyPr/>
        <a:lstStyle/>
        <a:p>
          <a:r>
            <a:rPr lang="en-US"/>
            <a:t>↓</a:t>
          </a:r>
        </a:p>
      </dgm:t>
    </dgm:pt>
    <dgm:pt modelId="{CDB6CB2F-4561-4B84-9E31-CDFC0B4683BD}" type="parTrans" cxnId="{1091A32F-3DD6-4BCE-9CF5-F0BB1A9242BC}">
      <dgm:prSet/>
      <dgm:spPr/>
      <dgm:t>
        <a:bodyPr/>
        <a:lstStyle/>
        <a:p>
          <a:endParaRPr lang="en-US"/>
        </a:p>
      </dgm:t>
    </dgm:pt>
    <dgm:pt modelId="{BDD791D3-7256-4CE3-9B15-2E547FD7A263}" type="sibTrans" cxnId="{1091A32F-3DD6-4BCE-9CF5-F0BB1A9242BC}">
      <dgm:prSet/>
      <dgm:spPr/>
      <dgm:t>
        <a:bodyPr/>
        <a:lstStyle/>
        <a:p>
          <a:endParaRPr lang="en-US"/>
        </a:p>
      </dgm:t>
    </dgm:pt>
    <dgm:pt modelId="{72717D68-F77C-4EB0-BD1E-BA371CBF495D}">
      <dgm:prSet/>
      <dgm:spPr/>
      <dgm:t>
        <a:bodyPr/>
        <a:lstStyle/>
        <a:p>
          <a:r>
            <a:rPr lang="en-US"/>
            <a:t>Database (SQLite)</a:t>
          </a:r>
        </a:p>
      </dgm:t>
    </dgm:pt>
    <dgm:pt modelId="{1161D2F8-5A12-4ED2-A3C2-4BBA47D045E0}" type="parTrans" cxnId="{CE676776-7A63-4C2C-B312-7112D6EAA53E}">
      <dgm:prSet/>
      <dgm:spPr/>
      <dgm:t>
        <a:bodyPr/>
        <a:lstStyle/>
        <a:p>
          <a:endParaRPr lang="en-US"/>
        </a:p>
      </dgm:t>
    </dgm:pt>
    <dgm:pt modelId="{7E251A01-0525-4743-B62B-2DA52B446191}" type="sibTrans" cxnId="{CE676776-7A63-4C2C-B312-7112D6EAA53E}">
      <dgm:prSet/>
      <dgm:spPr/>
      <dgm:t>
        <a:bodyPr/>
        <a:lstStyle/>
        <a:p>
          <a:endParaRPr lang="en-US"/>
        </a:p>
      </dgm:t>
    </dgm:pt>
    <dgm:pt modelId="{E8C9CD72-389F-4572-A5AD-8AE65CB8C414}">
      <dgm:prSet/>
      <dgm:spPr/>
      <dgm:t>
        <a:bodyPr/>
        <a:lstStyle/>
        <a:p>
          <a:r>
            <a:rPr lang="en-US"/>
            <a:t>↓</a:t>
          </a:r>
        </a:p>
      </dgm:t>
    </dgm:pt>
    <dgm:pt modelId="{C85B26CE-326F-492A-A009-BD5B7BBC3FE5}" type="parTrans" cxnId="{6E7AC6FA-72BC-4B83-96F0-D2C6847FFD24}">
      <dgm:prSet/>
      <dgm:spPr/>
      <dgm:t>
        <a:bodyPr/>
        <a:lstStyle/>
        <a:p>
          <a:endParaRPr lang="en-US"/>
        </a:p>
      </dgm:t>
    </dgm:pt>
    <dgm:pt modelId="{2793EAC7-5EC5-4349-BC75-33EDC4F4062D}" type="sibTrans" cxnId="{6E7AC6FA-72BC-4B83-96F0-D2C6847FFD24}">
      <dgm:prSet/>
      <dgm:spPr/>
      <dgm:t>
        <a:bodyPr/>
        <a:lstStyle/>
        <a:p>
          <a:endParaRPr lang="en-US"/>
        </a:p>
      </dgm:t>
    </dgm:pt>
    <dgm:pt modelId="{2F70B55F-131F-4772-B118-281566F1460A}">
      <dgm:prSet/>
      <dgm:spPr/>
      <dgm:t>
        <a:bodyPr/>
        <a:lstStyle/>
        <a:p>
          <a:r>
            <a:rPr lang="en-US"/>
            <a:t>User Table + Transactions Table</a:t>
          </a:r>
        </a:p>
      </dgm:t>
    </dgm:pt>
    <dgm:pt modelId="{8987EFE7-863B-4DB4-99B9-44E0FEAE080C}" type="parTrans" cxnId="{6634954D-799F-4605-B72F-D5897D5A6F85}">
      <dgm:prSet/>
      <dgm:spPr/>
      <dgm:t>
        <a:bodyPr/>
        <a:lstStyle/>
        <a:p>
          <a:endParaRPr lang="en-US"/>
        </a:p>
      </dgm:t>
    </dgm:pt>
    <dgm:pt modelId="{28345A9E-BDBF-42DD-9EC3-927DFAF8B63A}" type="sibTrans" cxnId="{6634954D-799F-4605-B72F-D5897D5A6F85}">
      <dgm:prSet/>
      <dgm:spPr/>
      <dgm:t>
        <a:bodyPr/>
        <a:lstStyle/>
        <a:p>
          <a:endParaRPr lang="en-US"/>
        </a:p>
      </dgm:t>
    </dgm:pt>
    <dgm:pt modelId="{E49E07DC-7999-43D0-B86C-40F0E54649E9}" type="pres">
      <dgm:prSet presAssocID="{B7794805-20DE-49ED-8D60-010113A6105D}" presName="linear" presStyleCnt="0">
        <dgm:presLayoutVars>
          <dgm:animLvl val="lvl"/>
          <dgm:resizeHandles val="exact"/>
        </dgm:presLayoutVars>
      </dgm:prSet>
      <dgm:spPr/>
    </dgm:pt>
    <dgm:pt modelId="{C1BCAC99-8B7A-4D1F-8F2E-77AA93AE16D1}" type="pres">
      <dgm:prSet presAssocID="{58DF8A2A-9624-41AB-815E-7CF37D61D931}" presName="parentText" presStyleLbl="node1" presStyleIdx="0" presStyleCnt="7">
        <dgm:presLayoutVars>
          <dgm:chMax val="0"/>
          <dgm:bulletEnabled val="1"/>
        </dgm:presLayoutVars>
      </dgm:prSet>
      <dgm:spPr/>
    </dgm:pt>
    <dgm:pt modelId="{2BE7D599-C92C-4B24-8B1E-09E09CEA837D}" type="pres">
      <dgm:prSet presAssocID="{1BA76F8B-503B-4ED1-AA8C-A78F1C4D2B5B}" presName="spacer" presStyleCnt="0"/>
      <dgm:spPr/>
    </dgm:pt>
    <dgm:pt modelId="{D45955CD-ED6F-46B4-AF18-C645A14B98E9}" type="pres">
      <dgm:prSet presAssocID="{6FC3B004-930D-4B8C-B2BB-CF82EE14D7C8}" presName="parentText" presStyleLbl="node1" presStyleIdx="1" presStyleCnt="7">
        <dgm:presLayoutVars>
          <dgm:chMax val="0"/>
          <dgm:bulletEnabled val="1"/>
        </dgm:presLayoutVars>
      </dgm:prSet>
      <dgm:spPr/>
    </dgm:pt>
    <dgm:pt modelId="{BE4DCBD2-3663-478A-AD7C-7B99A43ABCDE}" type="pres">
      <dgm:prSet presAssocID="{ABC101AF-A342-48B4-B11D-B61A32FB254D}" presName="spacer" presStyleCnt="0"/>
      <dgm:spPr/>
    </dgm:pt>
    <dgm:pt modelId="{16EF7582-E984-47C0-ACC2-63FD1BEE49B8}" type="pres">
      <dgm:prSet presAssocID="{E9E6A6D2-AFE5-49ED-8959-463AB27E1948}" presName="parentText" presStyleLbl="node1" presStyleIdx="2" presStyleCnt="7">
        <dgm:presLayoutVars>
          <dgm:chMax val="0"/>
          <dgm:bulletEnabled val="1"/>
        </dgm:presLayoutVars>
      </dgm:prSet>
      <dgm:spPr/>
    </dgm:pt>
    <dgm:pt modelId="{B9110D45-4886-4E03-B1A2-46DAF31001FC}" type="pres">
      <dgm:prSet presAssocID="{DBD63EF6-4F02-4B3B-B345-F108B27A6FC3}" presName="spacer" presStyleCnt="0"/>
      <dgm:spPr/>
    </dgm:pt>
    <dgm:pt modelId="{BC3117F1-C718-4019-85F8-6BF2D327582D}" type="pres">
      <dgm:prSet presAssocID="{9D3F2FE7-86D8-48DE-B2F2-08AD437A946F}" presName="parentText" presStyleLbl="node1" presStyleIdx="3" presStyleCnt="7">
        <dgm:presLayoutVars>
          <dgm:chMax val="0"/>
          <dgm:bulletEnabled val="1"/>
        </dgm:presLayoutVars>
      </dgm:prSet>
      <dgm:spPr/>
    </dgm:pt>
    <dgm:pt modelId="{8B52BEE8-B395-4256-A257-26AC08AD73FF}" type="pres">
      <dgm:prSet presAssocID="{BDD791D3-7256-4CE3-9B15-2E547FD7A263}" presName="spacer" presStyleCnt="0"/>
      <dgm:spPr/>
    </dgm:pt>
    <dgm:pt modelId="{515D584B-07AB-429C-9A38-5CDC7D1E1D38}" type="pres">
      <dgm:prSet presAssocID="{72717D68-F77C-4EB0-BD1E-BA371CBF495D}" presName="parentText" presStyleLbl="node1" presStyleIdx="4" presStyleCnt="7">
        <dgm:presLayoutVars>
          <dgm:chMax val="0"/>
          <dgm:bulletEnabled val="1"/>
        </dgm:presLayoutVars>
      </dgm:prSet>
      <dgm:spPr/>
    </dgm:pt>
    <dgm:pt modelId="{A6A461EF-BC31-427C-A892-248DBE0AE883}" type="pres">
      <dgm:prSet presAssocID="{7E251A01-0525-4743-B62B-2DA52B446191}" presName="spacer" presStyleCnt="0"/>
      <dgm:spPr/>
    </dgm:pt>
    <dgm:pt modelId="{7B691A64-5C4D-48C0-9F89-4456DD2C719C}" type="pres">
      <dgm:prSet presAssocID="{E8C9CD72-389F-4572-A5AD-8AE65CB8C414}" presName="parentText" presStyleLbl="node1" presStyleIdx="5" presStyleCnt="7">
        <dgm:presLayoutVars>
          <dgm:chMax val="0"/>
          <dgm:bulletEnabled val="1"/>
        </dgm:presLayoutVars>
      </dgm:prSet>
      <dgm:spPr/>
    </dgm:pt>
    <dgm:pt modelId="{EA3BCF46-BB63-4916-A91A-C569FC7448C8}" type="pres">
      <dgm:prSet presAssocID="{2793EAC7-5EC5-4349-BC75-33EDC4F4062D}" presName="spacer" presStyleCnt="0"/>
      <dgm:spPr/>
    </dgm:pt>
    <dgm:pt modelId="{DFA0D9EC-F4C2-470F-BB92-822DD5D360C6}" type="pres">
      <dgm:prSet presAssocID="{2F70B55F-131F-4772-B118-281566F1460A}" presName="parentText" presStyleLbl="node1" presStyleIdx="6" presStyleCnt="7">
        <dgm:presLayoutVars>
          <dgm:chMax val="0"/>
          <dgm:bulletEnabled val="1"/>
        </dgm:presLayoutVars>
      </dgm:prSet>
      <dgm:spPr/>
    </dgm:pt>
  </dgm:ptLst>
  <dgm:cxnLst>
    <dgm:cxn modelId="{40024F00-566A-4565-90DE-1F3A3D3C4D51}" srcId="{B7794805-20DE-49ED-8D60-010113A6105D}" destId="{58DF8A2A-9624-41AB-815E-7CF37D61D931}" srcOrd="0" destOrd="0" parTransId="{D7F9F23E-60A5-443F-8354-E4027CEC27D2}" sibTransId="{1BA76F8B-503B-4ED1-AA8C-A78F1C4D2B5B}"/>
    <dgm:cxn modelId="{EF56A416-4CCC-4A05-86F8-FABB85804692}" type="presOf" srcId="{9D3F2FE7-86D8-48DE-B2F2-08AD437A946F}" destId="{BC3117F1-C718-4019-85F8-6BF2D327582D}" srcOrd="0" destOrd="0" presId="urn:microsoft.com/office/officeart/2005/8/layout/vList2"/>
    <dgm:cxn modelId="{1091A32F-3DD6-4BCE-9CF5-F0BB1A9242BC}" srcId="{B7794805-20DE-49ED-8D60-010113A6105D}" destId="{9D3F2FE7-86D8-48DE-B2F2-08AD437A946F}" srcOrd="3" destOrd="0" parTransId="{CDB6CB2F-4561-4B84-9E31-CDFC0B4683BD}" sibTransId="{BDD791D3-7256-4CE3-9B15-2E547FD7A263}"/>
    <dgm:cxn modelId="{6519283A-95F8-405A-A518-9EA8159EA852}" type="presOf" srcId="{E8C9CD72-389F-4572-A5AD-8AE65CB8C414}" destId="{7B691A64-5C4D-48C0-9F89-4456DD2C719C}" srcOrd="0" destOrd="0" presId="urn:microsoft.com/office/officeart/2005/8/layout/vList2"/>
    <dgm:cxn modelId="{40EC0246-B948-4270-A3A6-E49026BC1FC5}" type="presOf" srcId="{72717D68-F77C-4EB0-BD1E-BA371CBF495D}" destId="{515D584B-07AB-429C-9A38-5CDC7D1E1D38}" srcOrd="0" destOrd="0" presId="urn:microsoft.com/office/officeart/2005/8/layout/vList2"/>
    <dgm:cxn modelId="{6634954D-799F-4605-B72F-D5897D5A6F85}" srcId="{B7794805-20DE-49ED-8D60-010113A6105D}" destId="{2F70B55F-131F-4772-B118-281566F1460A}" srcOrd="6" destOrd="0" parTransId="{8987EFE7-863B-4DB4-99B9-44E0FEAE080C}" sibTransId="{28345A9E-BDBF-42DD-9EC3-927DFAF8B63A}"/>
    <dgm:cxn modelId="{AC1B0570-EECE-449C-8306-22F8440BEC68}" type="presOf" srcId="{B7794805-20DE-49ED-8D60-010113A6105D}" destId="{E49E07DC-7999-43D0-B86C-40F0E54649E9}" srcOrd="0" destOrd="0" presId="urn:microsoft.com/office/officeart/2005/8/layout/vList2"/>
    <dgm:cxn modelId="{AFF6AD53-826F-4987-AB70-129E8422DA76}" type="presOf" srcId="{2F70B55F-131F-4772-B118-281566F1460A}" destId="{DFA0D9EC-F4C2-470F-BB92-822DD5D360C6}" srcOrd="0" destOrd="0" presId="urn:microsoft.com/office/officeart/2005/8/layout/vList2"/>
    <dgm:cxn modelId="{CE676776-7A63-4C2C-B312-7112D6EAA53E}" srcId="{B7794805-20DE-49ED-8D60-010113A6105D}" destId="{72717D68-F77C-4EB0-BD1E-BA371CBF495D}" srcOrd="4" destOrd="0" parTransId="{1161D2F8-5A12-4ED2-A3C2-4BBA47D045E0}" sibTransId="{7E251A01-0525-4743-B62B-2DA52B446191}"/>
    <dgm:cxn modelId="{E5A57BAD-4CB3-415E-A71C-8716F0141C2E}" type="presOf" srcId="{E9E6A6D2-AFE5-49ED-8959-463AB27E1948}" destId="{16EF7582-E984-47C0-ACC2-63FD1BEE49B8}" srcOrd="0" destOrd="0" presId="urn:microsoft.com/office/officeart/2005/8/layout/vList2"/>
    <dgm:cxn modelId="{9EA7DBD0-1BB0-45FD-9406-91A48FDBBB7C}" type="presOf" srcId="{58DF8A2A-9624-41AB-815E-7CF37D61D931}" destId="{C1BCAC99-8B7A-4D1F-8F2E-77AA93AE16D1}" srcOrd="0" destOrd="0" presId="urn:microsoft.com/office/officeart/2005/8/layout/vList2"/>
    <dgm:cxn modelId="{FA9A7EF2-52CD-46E5-A37D-65AD94D5DCE0}" srcId="{B7794805-20DE-49ED-8D60-010113A6105D}" destId="{E9E6A6D2-AFE5-49ED-8959-463AB27E1948}" srcOrd="2" destOrd="0" parTransId="{AF947179-3393-4EF2-B652-41DC79234894}" sibTransId="{DBD63EF6-4F02-4B3B-B345-F108B27A6FC3}"/>
    <dgm:cxn modelId="{789B4CF4-0E40-4D7E-929B-06F6E197F09C}" srcId="{B7794805-20DE-49ED-8D60-010113A6105D}" destId="{6FC3B004-930D-4B8C-B2BB-CF82EE14D7C8}" srcOrd="1" destOrd="0" parTransId="{396E961C-67FA-4242-A05A-523E605E3D94}" sibTransId="{ABC101AF-A342-48B4-B11D-B61A32FB254D}"/>
    <dgm:cxn modelId="{081256F6-D272-42DD-A828-284A44E7FBAB}" type="presOf" srcId="{6FC3B004-930D-4B8C-B2BB-CF82EE14D7C8}" destId="{D45955CD-ED6F-46B4-AF18-C645A14B98E9}" srcOrd="0" destOrd="0" presId="urn:microsoft.com/office/officeart/2005/8/layout/vList2"/>
    <dgm:cxn modelId="{6E7AC6FA-72BC-4B83-96F0-D2C6847FFD24}" srcId="{B7794805-20DE-49ED-8D60-010113A6105D}" destId="{E8C9CD72-389F-4572-A5AD-8AE65CB8C414}" srcOrd="5" destOrd="0" parTransId="{C85B26CE-326F-492A-A009-BD5B7BBC3FE5}" sibTransId="{2793EAC7-5EC5-4349-BC75-33EDC4F4062D}"/>
    <dgm:cxn modelId="{A18F5899-FDF6-4686-9B56-47483D4E3C61}" type="presParOf" srcId="{E49E07DC-7999-43D0-B86C-40F0E54649E9}" destId="{C1BCAC99-8B7A-4D1F-8F2E-77AA93AE16D1}" srcOrd="0" destOrd="0" presId="urn:microsoft.com/office/officeart/2005/8/layout/vList2"/>
    <dgm:cxn modelId="{FDA46947-2F17-477C-B0B0-24E439EAE787}" type="presParOf" srcId="{E49E07DC-7999-43D0-B86C-40F0E54649E9}" destId="{2BE7D599-C92C-4B24-8B1E-09E09CEA837D}" srcOrd="1" destOrd="0" presId="urn:microsoft.com/office/officeart/2005/8/layout/vList2"/>
    <dgm:cxn modelId="{A6764EC9-7FAC-422A-A0E7-5EEDA5FAC0A2}" type="presParOf" srcId="{E49E07DC-7999-43D0-B86C-40F0E54649E9}" destId="{D45955CD-ED6F-46B4-AF18-C645A14B98E9}" srcOrd="2" destOrd="0" presId="urn:microsoft.com/office/officeart/2005/8/layout/vList2"/>
    <dgm:cxn modelId="{8B09218F-CEC3-49D3-8808-A109715B74FC}" type="presParOf" srcId="{E49E07DC-7999-43D0-B86C-40F0E54649E9}" destId="{BE4DCBD2-3663-478A-AD7C-7B99A43ABCDE}" srcOrd="3" destOrd="0" presId="urn:microsoft.com/office/officeart/2005/8/layout/vList2"/>
    <dgm:cxn modelId="{A1BB41B3-534A-4B17-8AEE-72E1827FBBEF}" type="presParOf" srcId="{E49E07DC-7999-43D0-B86C-40F0E54649E9}" destId="{16EF7582-E984-47C0-ACC2-63FD1BEE49B8}" srcOrd="4" destOrd="0" presId="urn:microsoft.com/office/officeart/2005/8/layout/vList2"/>
    <dgm:cxn modelId="{B437471D-7E39-4E6A-A4A9-1F295C906BF0}" type="presParOf" srcId="{E49E07DC-7999-43D0-B86C-40F0E54649E9}" destId="{B9110D45-4886-4E03-B1A2-46DAF31001FC}" srcOrd="5" destOrd="0" presId="urn:microsoft.com/office/officeart/2005/8/layout/vList2"/>
    <dgm:cxn modelId="{65AFC118-A7EB-4A04-B2A0-B61CDBB70A68}" type="presParOf" srcId="{E49E07DC-7999-43D0-B86C-40F0E54649E9}" destId="{BC3117F1-C718-4019-85F8-6BF2D327582D}" srcOrd="6" destOrd="0" presId="urn:microsoft.com/office/officeart/2005/8/layout/vList2"/>
    <dgm:cxn modelId="{E6CE0747-86BC-49B4-9B97-1686F8BE9F33}" type="presParOf" srcId="{E49E07DC-7999-43D0-B86C-40F0E54649E9}" destId="{8B52BEE8-B395-4256-A257-26AC08AD73FF}" srcOrd="7" destOrd="0" presId="urn:microsoft.com/office/officeart/2005/8/layout/vList2"/>
    <dgm:cxn modelId="{7489A077-9563-488B-AC1C-19BD9A631E7E}" type="presParOf" srcId="{E49E07DC-7999-43D0-B86C-40F0E54649E9}" destId="{515D584B-07AB-429C-9A38-5CDC7D1E1D38}" srcOrd="8" destOrd="0" presId="urn:microsoft.com/office/officeart/2005/8/layout/vList2"/>
    <dgm:cxn modelId="{CEE4596E-EF88-4FC4-9D12-4381329EA1CA}" type="presParOf" srcId="{E49E07DC-7999-43D0-B86C-40F0E54649E9}" destId="{A6A461EF-BC31-427C-A892-248DBE0AE883}" srcOrd="9" destOrd="0" presId="urn:microsoft.com/office/officeart/2005/8/layout/vList2"/>
    <dgm:cxn modelId="{1C2DF313-2CE4-424F-A0BA-7D2E34B49761}" type="presParOf" srcId="{E49E07DC-7999-43D0-B86C-40F0E54649E9}" destId="{7B691A64-5C4D-48C0-9F89-4456DD2C719C}" srcOrd="10" destOrd="0" presId="urn:microsoft.com/office/officeart/2005/8/layout/vList2"/>
    <dgm:cxn modelId="{F3EBE207-A85B-4FAC-B843-6A19C649BB2B}" type="presParOf" srcId="{E49E07DC-7999-43D0-B86C-40F0E54649E9}" destId="{EA3BCF46-BB63-4916-A91A-C569FC7448C8}" srcOrd="11" destOrd="0" presId="urn:microsoft.com/office/officeart/2005/8/layout/vList2"/>
    <dgm:cxn modelId="{E47ADE07-393F-4945-9ECC-AEC20F051AB9}" type="presParOf" srcId="{E49E07DC-7999-43D0-B86C-40F0E54649E9}" destId="{DFA0D9EC-F4C2-470F-BB92-822DD5D360C6}" srcOrd="1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254C2D9-5834-4A16-A904-BA46B359A8D8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223ABD3E-EF38-48D5-8160-0BD8BF02F260}">
      <dgm:prSet/>
      <dgm:spPr/>
      <dgm:t>
        <a:bodyPr/>
        <a:lstStyle/>
        <a:p>
          <a:r>
            <a:rPr lang="en-US"/>
            <a:t>Frontend: Streamlit web interface</a:t>
          </a:r>
        </a:p>
      </dgm:t>
    </dgm:pt>
    <dgm:pt modelId="{11CF251F-4CE3-46BA-AA87-325FB095F33D}" type="parTrans" cxnId="{3FB4FB42-CCD3-4BF2-9E5D-869E1AA7FB9B}">
      <dgm:prSet/>
      <dgm:spPr/>
      <dgm:t>
        <a:bodyPr/>
        <a:lstStyle/>
        <a:p>
          <a:endParaRPr lang="en-US"/>
        </a:p>
      </dgm:t>
    </dgm:pt>
    <dgm:pt modelId="{8F0EE281-40E9-409E-91CC-905658261FB3}" type="sibTrans" cxnId="{3FB4FB42-CCD3-4BF2-9E5D-869E1AA7FB9B}">
      <dgm:prSet/>
      <dgm:spPr/>
      <dgm:t>
        <a:bodyPr/>
        <a:lstStyle/>
        <a:p>
          <a:endParaRPr lang="en-US"/>
        </a:p>
      </dgm:t>
    </dgm:pt>
    <dgm:pt modelId="{08BAF9C8-2FBA-4DED-AFFA-A4AB0B371F47}">
      <dgm:prSet/>
      <dgm:spPr/>
      <dgm:t>
        <a:bodyPr/>
        <a:lstStyle/>
        <a:p>
          <a:r>
            <a:rPr lang="en-US"/>
            <a:t>Backend: Flask REST API with CORS</a:t>
          </a:r>
        </a:p>
      </dgm:t>
    </dgm:pt>
    <dgm:pt modelId="{A2F86561-5DA2-46F5-9640-3C132CB75FE0}" type="parTrans" cxnId="{A008FFBE-4AD8-4B2A-91B1-D2AEBE1B97E1}">
      <dgm:prSet/>
      <dgm:spPr/>
      <dgm:t>
        <a:bodyPr/>
        <a:lstStyle/>
        <a:p>
          <a:endParaRPr lang="en-US"/>
        </a:p>
      </dgm:t>
    </dgm:pt>
    <dgm:pt modelId="{25C63DFB-0EA1-41CA-B152-AA0C46860A80}" type="sibTrans" cxnId="{A008FFBE-4AD8-4B2A-91B1-D2AEBE1B97E1}">
      <dgm:prSet/>
      <dgm:spPr/>
      <dgm:t>
        <a:bodyPr/>
        <a:lstStyle/>
        <a:p>
          <a:endParaRPr lang="en-US"/>
        </a:p>
      </dgm:t>
    </dgm:pt>
    <dgm:pt modelId="{33C20CA3-DF7D-4CE7-85AC-6D7D79423791}">
      <dgm:prSet/>
      <dgm:spPr/>
      <dgm:t>
        <a:bodyPr/>
        <a:lstStyle/>
        <a:p>
          <a:r>
            <a:rPr lang="en-US"/>
            <a:t>Authentication: JWT tokens with bcrypt</a:t>
          </a:r>
        </a:p>
      </dgm:t>
    </dgm:pt>
    <dgm:pt modelId="{A2DF498E-939A-4C1A-9BA3-DA6C07450D96}" type="parTrans" cxnId="{29AC8024-7632-49E3-8C31-E2844B4EDB6D}">
      <dgm:prSet/>
      <dgm:spPr/>
      <dgm:t>
        <a:bodyPr/>
        <a:lstStyle/>
        <a:p>
          <a:endParaRPr lang="en-US"/>
        </a:p>
      </dgm:t>
    </dgm:pt>
    <dgm:pt modelId="{B4510076-246D-47EB-AC6D-4E2DFD98599D}" type="sibTrans" cxnId="{29AC8024-7632-49E3-8C31-E2844B4EDB6D}">
      <dgm:prSet/>
      <dgm:spPr/>
      <dgm:t>
        <a:bodyPr/>
        <a:lstStyle/>
        <a:p>
          <a:endParaRPr lang="en-US"/>
        </a:p>
      </dgm:t>
    </dgm:pt>
    <dgm:pt modelId="{64AA4372-92E6-4D4F-8796-D84E80560AD9}">
      <dgm:prSet/>
      <dgm:spPr/>
      <dgm:t>
        <a:bodyPr/>
        <a:lstStyle/>
        <a:p>
          <a:r>
            <a:rPr lang="en-US"/>
            <a:t>Database: SQLite with proper schema</a:t>
          </a:r>
        </a:p>
      </dgm:t>
    </dgm:pt>
    <dgm:pt modelId="{EFE441DF-683F-4E96-8FC5-D7BB06E5D37F}" type="parTrans" cxnId="{BB10D282-2205-49D0-A4DC-BFFD651E0886}">
      <dgm:prSet/>
      <dgm:spPr/>
      <dgm:t>
        <a:bodyPr/>
        <a:lstStyle/>
        <a:p>
          <a:endParaRPr lang="en-US"/>
        </a:p>
      </dgm:t>
    </dgm:pt>
    <dgm:pt modelId="{2C336C8A-405C-4732-8EF5-95E85DABB70E}" type="sibTrans" cxnId="{BB10D282-2205-49D0-A4DC-BFFD651E0886}">
      <dgm:prSet/>
      <dgm:spPr/>
      <dgm:t>
        <a:bodyPr/>
        <a:lstStyle/>
        <a:p>
          <a:endParaRPr lang="en-US"/>
        </a:p>
      </dgm:t>
    </dgm:pt>
    <dgm:pt modelId="{B9006271-C503-43DB-8E8F-1B09D0670596}">
      <dgm:prSet/>
      <dgm:spPr/>
      <dgm:t>
        <a:bodyPr/>
        <a:lstStyle/>
        <a:p>
          <a:r>
            <a:rPr lang="en-US"/>
            <a:t>Security: Password hashing, token validation</a:t>
          </a:r>
        </a:p>
      </dgm:t>
    </dgm:pt>
    <dgm:pt modelId="{4EC73E3B-4D8D-4369-8180-7580062B61DA}" type="parTrans" cxnId="{9C945546-C7D0-492B-9573-976FE3C57C34}">
      <dgm:prSet/>
      <dgm:spPr/>
      <dgm:t>
        <a:bodyPr/>
        <a:lstStyle/>
        <a:p>
          <a:endParaRPr lang="en-US"/>
        </a:p>
      </dgm:t>
    </dgm:pt>
    <dgm:pt modelId="{7BAAB596-0F51-4DD2-A5B3-FD3D4B029D66}" type="sibTrans" cxnId="{9C945546-C7D0-492B-9573-976FE3C57C34}">
      <dgm:prSet/>
      <dgm:spPr/>
      <dgm:t>
        <a:bodyPr/>
        <a:lstStyle/>
        <a:p>
          <a:endParaRPr lang="en-US"/>
        </a:p>
      </dgm:t>
    </dgm:pt>
    <dgm:pt modelId="{79687ED0-8C73-48D9-8780-6ACEC3036F38}" type="pres">
      <dgm:prSet presAssocID="{B254C2D9-5834-4A16-A904-BA46B359A8D8}" presName="root" presStyleCnt="0">
        <dgm:presLayoutVars>
          <dgm:dir/>
          <dgm:resizeHandles val="exact"/>
        </dgm:presLayoutVars>
      </dgm:prSet>
      <dgm:spPr/>
    </dgm:pt>
    <dgm:pt modelId="{62D5F123-DA4B-41BA-A63A-30958373E3EC}" type="pres">
      <dgm:prSet presAssocID="{B254C2D9-5834-4A16-A904-BA46B359A8D8}" presName="container" presStyleCnt="0">
        <dgm:presLayoutVars>
          <dgm:dir/>
          <dgm:resizeHandles val="exact"/>
        </dgm:presLayoutVars>
      </dgm:prSet>
      <dgm:spPr/>
    </dgm:pt>
    <dgm:pt modelId="{366D9404-2182-4A63-B261-62E060F70D2E}" type="pres">
      <dgm:prSet presAssocID="{223ABD3E-EF38-48D5-8160-0BD8BF02F260}" presName="compNode" presStyleCnt="0"/>
      <dgm:spPr/>
    </dgm:pt>
    <dgm:pt modelId="{3F910A07-AB95-4325-8C4C-DB09AB78C448}" type="pres">
      <dgm:prSet presAssocID="{223ABD3E-EF38-48D5-8160-0BD8BF02F260}" presName="iconBgRect" presStyleLbl="bgShp" presStyleIdx="0" presStyleCnt="5"/>
      <dgm:spPr/>
    </dgm:pt>
    <dgm:pt modelId="{79192C57-8CB8-4B48-96B9-8359054A61BA}" type="pres">
      <dgm:prSet presAssocID="{223ABD3E-EF38-48D5-8160-0BD8BF02F260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itor"/>
        </a:ext>
      </dgm:extLst>
    </dgm:pt>
    <dgm:pt modelId="{76D9A235-0F00-45E7-A730-9DAEB064DF97}" type="pres">
      <dgm:prSet presAssocID="{223ABD3E-EF38-48D5-8160-0BD8BF02F260}" presName="spaceRect" presStyleCnt="0"/>
      <dgm:spPr/>
    </dgm:pt>
    <dgm:pt modelId="{B875984D-4227-4A4C-B656-2AED4B354D47}" type="pres">
      <dgm:prSet presAssocID="{223ABD3E-EF38-48D5-8160-0BD8BF02F260}" presName="textRect" presStyleLbl="revTx" presStyleIdx="0" presStyleCnt="5">
        <dgm:presLayoutVars>
          <dgm:chMax val="1"/>
          <dgm:chPref val="1"/>
        </dgm:presLayoutVars>
      </dgm:prSet>
      <dgm:spPr/>
    </dgm:pt>
    <dgm:pt modelId="{AF4A1B7E-3ACF-4CBF-82AC-54F186725E69}" type="pres">
      <dgm:prSet presAssocID="{8F0EE281-40E9-409E-91CC-905658261FB3}" presName="sibTrans" presStyleLbl="sibTrans2D1" presStyleIdx="0" presStyleCnt="0"/>
      <dgm:spPr/>
    </dgm:pt>
    <dgm:pt modelId="{FEDC718E-52E3-41A3-851B-C6715CEDF4DA}" type="pres">
      <dgm:prSet presAssocID="{08BAF9C8-2FBA-4DED-AFFA-A4AB0B371F47}" presName="compNode" presStyleCnt="0"/>
      <dgm:spPr/>
    </dgm:pt>
    <dgm:pt modelId="{A9E1C4F8-E173-4667-9D37-69BB56A6807C}" type="pres">
      <dgm:prSet presAssocID="{08BAF9C8-2FBA-4DED-AFFA-A4AB0B371F47}" presName="iconBgRect" presStyleLbl="bgShp" presStyleIdx="1" presStyleCnt="5"/>
      <dgm:spPr/>
    </dgm:pt>
    <dgm:pt modelId="{A9B70F6D-C626-4A22-A55F-5CE84ACCA2E1}" type="pres">
      <dgm:prSet presAssocID="{08BAF9C8-2FBA-4DED-AFFA-A4AB0B371F47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lask"/>
        </a:ext>
      </dgm:extLst>
    </dgm:pt>
    <dgm:pt modelId="{178CBDE4-EE82-4D99-80AF-D356CE14E95F}" type="pres">
      <dgm:prSet presAssocID="{08BAF9C8-2FBA-4DED-AFFA-A4AB0B371F47}" presName="spaceRect" presStyleCnt="0"/>
      <dgm:spPr/>
    </dgm:pt>
    <dgm:pt modelId="{B4CACB88-1FA5-4DD8-9166-D3A1B97FFB04}" type="pres">
      <dgm:prSet presAssocID="{08BAF9C8-2FBA-4DED-AFFA-A4AB0B371F47}" presName="textRect" presStyleLbl="revTx" presStyleIdx="1" presStyleCnt="5">
        <dgm:presLayoutVars>
          <dgm:chMax val="1"/>
          <dgm:chPref val="1"/>
        </dgm:presLayoutVars>
      </dgm:prSet>
      <dgm:spPr/>
    </dgm:pt>
    <dgm:pt modelId="{5B64CBE2-A437-40DA-AA0A-8A09CFCA194F}" type="pres">
      <dgm:prSet presAssocID="{25C63DFB-0EA1-41CA-B152-AA0C46860A80}" presName="sibTrans" presStyleLbl="sibTrans2D1" presStyleIdx="0" presStyleCnt="0"/>
      <dgm:spPr/>
    </dgm:pt>
    <dgm:pt modelId="{98462CB2-CFFA-43C6-AB62-4BAAA05754DB}" type="pres">
      <dgm:prSet presAssocID="{33C20CA3-DF7D-4CE7-85AC-6D7D79423791}" presName="compNode" presStyleCnt="0"/>
      <dgm:spPr/>
    </dgm:pt>
    <dgm:pt modelId="{8853767C-E2FA-4A3A-B1CE-A1AFDFD2CB3E}" type="pres">
      <dgm:prSet presAssocID="{33C20CA3-DF7D-4CE7-85AC-6D7D79423791}" presName="iconBgRect" presStyleLbl="bgShp" presStyleIdx="2" presStyleCnt="5"/>
      <dgm:spPr/>
    </dgm:pt>
    <dgm:pt modelId="{E23CA24F-A1E2-436E-9FE4-8F514B791665}" type="pres">
      <dgm:prSet presAssocID="{33C20CA3-DF7D-4CE7-85AC-6D7D79423791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204960DF-29F8-4719-A6DD-422FEEF6D922}" type="pres">
      <dgm:prSet presAssocID="{33C20CA3-DF7D-4CE7-85AC-6D7D79423791}" presName="spaceRect" presStyleCnt="0"/>
      <dgm:spPr/>
    </dgm:pt>
    <dgm:pt modelId="{E5DFC400-904E-4A65-A823-02688E983F59}" type="pres">
      <dgm:prSet presAssocID="{33C20CA3-DF7D-4CE7-85AC-6D7D79423791}" presName="textRect" presStyleLbl="revTx" presStyleIdx="2" presStyleCnt="5">
        <dgm:presLayoutVars>
          <dgm:chMax val="1"/>
          <dgm:chPref val="1"/>
        </dgm:presLayoutVars>
      </dgm:prSet>
      <dgm:spPr/>
    </dgm:pt>
    <dgm:pt modelId="{B626F573-FA97-47D6-9301-AD903FDADF1F}" type="pres">
      <dgm:prSet presAssocID="{B4510076-246D-47EB-AC6D-4E2DFD98599D}" presName="sibTrans" presStyleLbl="sibTrans2D1" presStyleIdx="0" presStyleCnt="0"/>
      <dgm:spPr/>
    </dgm:pt>
    <dgm:pt modelId="{ECC90D1F-1D7B-4A7B-8F5D-75C8E33246D8}" type="pres">
      <dgm:prSet presAssocID="{64AA4372-92E6-4D4F-8796-D84E80560AD9}" presName="compNode" presStyleCnt="0"/>
      <dgm:spPr/>
    </dgm:pt>
    <dgm:pt modelId="{911B9D4F-B727-43DF-8C06-641B4B472A88}" type="pres">
      <dgm:prSet presAssocID="{64AA4372-92E6-4D4F-8796-D84E80560AD9}" presName="iconBgRect" presStyleLbl="bgShp" presStyleIdx="3" presStyleCnt="5"/>
      <dgm:spPr/>
    </dgm:pt>
    <dgm:pt modelId="{8B2C7D7B-527D-47A5-9EFC-44200E232FD1}" type="pres">
      <dgm:prSet presAssocID="{64AA4372-92E6-4D4F-8796-D84E80560AD9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8C9D276-EB15-410B-A1D2-136CCD799D56}" type="pres">
      <dgm:prSet presAssocID="{64AA4372-92E6-4D4F-8796-D84E80560AD9}" presName="spaceRect" presStyleCnt="0"/>
      <dgm:spPr/>
    </dgm:pt>
    <dgm:pt modelId="{5EA6DC1C-8F2A-447C-8FBE-39D500729137}" type="pres">
      <dgm:prSet presAssocID="{64AA4372-92E6-4D4F-8796-D84E80560AD9}" presName="textRect" presStyleLbl="revTx" presStyleIdx="3" presStyleCnt="5">
        <dgm:presLayoutVars>
          <dgm:chMax val="1"/>
          <dgm:chPref val="1"/>
        </dgm:presLayoutVars>
      </dgm:prSet>
      <dgm:spPr/>
    </dgm:pt>
    <dgm:pt modelId="{767E30DF-210F-460E-A979-B608C28B3BC7}" type="pres">
      <dgm:prSet presAssocID="{2C336C8A-405C-4732-8EF5-95E85DABB70E}" presName="sibTrans" presStyleLbl="sibTrans2D1" presStyleIdx="0" presStyleCnt="0"/>
      <dgm:spPr/>
    </dgm:pt>
    <dgm:pt modelId="{46E596C8-4D4A-4678-A374-9C148A310A86}" type="pres">
      <dgm:prSet presAssocID="{B9006271-C503-43DB-8E8F-1B09D0670596}" presName="compNode" presStyleCnt="0"/>
      <dgm:spPr/>
    </dgm:pt>
    <dgm:pt modelId="{22C82536-E935-4141-9104-2346E231D001}" type="pres">
      <dgm:prSet presAssocID="{B9006271-C503-43DB-8E8F-1B09D0670596}" presName="iconBgRect" presStyleLbl="bgShp" presStyleIdx="4" presStyleCnt="5"/>
      <dgm:spPr/>
    </dgm:pt>
    <dgm:pt modelId="{6624C9B2-042E-48A5-A0F8-57486A836623}" type="pres">
      <dgm:prSet presAssocID="{B9006271-C503-43DB-8E8F-1B09D067059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5F9A2AF-3AC1-441D-A55F-C334E3F94728}" type="pres">
      <dgm:prSet presAssocID="{B9006271-C503-43DB-8E8F-1B09D0670596}" presName="spaceRect" presStyleCnt="0"/>
      <dgm:spPr/>
    </dgm:pt>
    <dgm:pt modelId="{CBE626D2-98C7-4AFC-B05B-C55BBF162CB4}" type="pres">
      <dgm:prSet presAssocID="{B9006271-C503-43DB-8E8F-1B09D067059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1DFB2918-82AB-4EA7-95DB-24685F0EEDF9}" type="presOf" srcId="{25C63DFB-0EA1-41CA-B152-AA0C46860A80}" destId="{5B64CBE2-A437-40DA-AA0A-8A09CFCA194F}" srcOrd="0" destOrd="0" presId="urn:microsoft.com/office/officeart/2018/2/layout/IconCircleList"/>
    <dgm:cxn modelId="{29AC8024-7632-49E3-8C31-E2844B4EDB6D}" srcId="{B254C2D9-5834-4A16-A904-BA46B359A8D8}" destId="{33C20CA3-DF7D-4CE7-85AC-6D7D79423791}" srcOrd="2" destOrd="0" parTransId="{A2DF498E-939A-4C1A-9BA3-DA6C07450D96}" sibTransId="{B4510076-246D-47EB-AC6D-4E2DFD98599D}"/>
    <dgm:cxn modelId="{99A31530-AB01-4F07-8E34-57017FB3402E}" type="presOf" srcId="{8F0EE281-40E9-409E-91CC-905658261FB3}" destId="{AF4A1B7E-3ACF-4CBF-82AC-54F186725E69}" srcOrd="0" destOrd="0" presId="urn:microsoft.com/office/officeart/2018/2/layout/IconCircleList"/>
    <dgm:cxn modelId="{66D2F736-235A-4198-AE49-7CE0D295A99B}" type="presOf" srcId="{2C336C8A-405C-4732-8EF5-95E85DABB70E}" destId="{767E30DF-210F-460E-A979-B608C28B3BC7}" srcOrd="0" destOrd="0" presId="urn:microsoft.com/office/officeart/2018/2/layout/IconCircleList"/>
    <dgm:cxn modelId="{280F0D61-CBB2-4664-912D-0D18BF6767D8}" type="presOf" srcId="{B9006271-C503-43DB-8E8F-1B09D0670596}" destId="{CBE626D2-98C7-4AFC-B05B-C55BBF162CB4}" srcOrd="0" destOrd="0" presId="urn:microsoft.com/office/officeart/2018/2/layout/IconCircleList"/>
    <dgm:cxn modelId="{3FB4FB42-CCD3-4BF2-9E5D-869E1AA7FB9B}" srcId="{B254C2D9-5834-4A16-A904-BA46B359A8D8}" destId="{223ABD3E-EF38-48D5-8160-0BD8BF02F260}" srcOrd="0" destOrd="0" parTransId="{11CF251F-4CE3-46BA-AA87-325FB095F33D}" sibTransId="{8F0EE281-40E9-409E-91CC-905658261FB3}"/>
    <dgm:cxn modelId="{9C945546-C7D0-492B-9573-976FE3C57C34}" srcId="{B254C2D9-5834-4A16-A904-BA46B359A8D8}" destId="{B9006271-C503-43DB-8E8F-1B09D0670596}" srcOrd="4" destOrd="0" parTransId="{4EC73E3B-4D8D-4369-8180-7580062B61DA}" sibTransId="{7BAAB596-0F51-4DD2-A5B3-FD3D4B029D66}"/>
    <dgm:cxn modelId="{98B14E69-0309-4221-8AD0-2D8820C40A8C}" type="presOf" srcId="{B4510076-246D-47EB-AC6D-4E2DFD98599D}" destId="{B626F573-FA97-47D6-9301-AD903FDADF1F}" srcOrd="0" destOrd="0" presId="urn:microsoft.com/office/officeart/2018/2/layout/IconCircleList"/>
    <dgm:cxn modelId="{9FE7AF52-AA3E-4F12-8937-E6081E5F09F6}" type="presOf" srcId="{B254C2D9-5834-4A16-A904-BA46B359A8D8}" destId="{79687ED0-8C73-48D9-8780-6ACEC3036F38}" srcOrd="0" destOrd="0" presId="urn:microsoft.com/office/officeart/2018/2/layout/IconCircleList"/>
    <dgm:cxn modelId="{BB10D282-2205-49D0-A4DC-BFFD651E0886}" srcId="{B254C2D9-5834-4A16-A904-BA46B359A8D8}" destId="{64AA4372-92E6-4D4F-8796-D84E80560AD9}" srcOrd="3" destOrd="0" parTransId="{EFE441DF-683F-4E96-8FC5-D7BB06E5D37F}" sibTransId="{2C336C8A-405C-4732-8EF5-95E85DABB70E}"/>
    <dgm:cxn modelId="{CC48E183-2996-495C-B492-7BFC36317345}" type="presOf" srcId="{33C20CA3-DF7D-4CE7-85AC-6D7D79423791}" destId="{E5DFC400-904E-4A65-A823-02688E983F59}" srcOrd="0" destOrd="0" presId="urn:microsoft.com/office/officeart/2018/2/layout/IconCircleList"/>
    <dgm:cxn modelId="{EE97B186-1519-4519-BB3C-EBB53791B23B}" type="presOf" srcId="{223ABD3E-EF38-48D5-8160-0BD8BF02F260}" destId="{B875984D-4227-4A4C-B656-2AED4B354D47}" srcOrd="0" destOrd="0" presId="urn:microsoft.com/office/officeart/2018/2/layout/IconCircleList"/>
    <dgm:cxn modelId="{A008FFBE-4AD8-4B2A-91B1-D2AEBE1B97E1}" srcId="{B254C2D9-5834-4A16-A904-BA46B359A8D8}" destId="{08BAF9C8-2FBA-4DED-AFFA-A4AB0B371F47}" srcOrd="1" destOrd="0" parTransId="{A2F86561-5DA2-46F5-9640-3C132CB75FE0}" sibTransId="{25C63DFB-0EA1-41CA-B152-AA0C46860A80}"/>
    <dgm:cxn modelId="{7817A7CA-C7A8-44ED-9EF6-0F1BD82090EB}" type="presOf" srcId="{64AA4372-92E6-4D4F-8796-D84E80560AD9}" destId="{5EA6DC1C-8F2A-447C-8FBE-39D500729137}" srcOrd="0" destOrd="0" presId="urn:microsoft.com/office/officeart/2018/2/layout/IconCircleList"/>
    <dgm:cxn modelId="{A6D996CD-FA2D-4DFF-BD89-1093ABDE88BC}" type="presOf" srcId="{08BAF9C8-2FBA-4DED-AFFA-A4AB0B371F47}" destId="{B4CACB88-1FA5-4DD8-9166-D3A1B97FFB04}" srcOrd="0" destOrd="0" presId="urn:microsoft.com/office/officeart/2018/2/layout/IconCircleList"/>
    <dgm:cxn modelId="{1621AF56-5866-438F-944E-1D8282A37844}" type="presParOf" srcId="{79687ED0-8C73-48D9-8780-6ACEC3036F38}" destId="{62D5F123-DA4B-41BA-A63A-30958373E3EC}" srcOrd="0" destOrd="0" presId="urn:microsoft.com/office/officeart/2018/2/layout/IconCircleList"/>
    <dgm:cxn modelId="{FA8CC839-B383-4904-A79D-B24549D168B6}" type="presParOf" srcId="{62D5F123-DA4B-41BA-A63A-30958373E3EC}" destId="{366D9404-2182-4A63-B261-62E060F70D2E}" srcOrd="0" destOrd="0" presId="urn:microsoft.com/office/officeart/2018/2/layout/IconCircleList"/>
    <dgm:cxn modelId="{CC544963-4881-46D7-8CC5-D680A4717543}" type="presParOf" srcId="{366D9404-2182-4A63-B261-62E060F70D2E}" destId="{3F910A07-AB95-4325-8C4C-DB09AB78C448}" srcOrd="0" destOrd="0" presId="urn:microsoft.com/office/officeart/2018/2/layout/IconCircleList"/>
    <dgm:cxn modelId="{A7292EE3-4146-4F00-B685-C524AB5212DF}" type="presParOf" srcId="{366D9404-2182-4A63-B261-62E060F70D2E}" destId="{79192C57-8CB8-4B48-96B9-8359054A61BA}" srcOrd="1" destOrd="0" presId="urn:microsoft.com/office/officeart/2018/2/layout/IconCircleList"/>
    <dgm:cxn modelId="{6B4C7160-EE29-4B55-A755-DF3F872EE0D5}" type="presParOf" srcId="{366D9404-2182-4A63-B261-62E060F70D2E}" destId="{76D9A235-0F00-45E7-A730-9DAEB064DF97}" srcOrd="2" destOrd="0" presId="urn:microsoft.com/office/officeart/2018/2/layout/IconCircleList"/>
    <dgm:cxn modelId="{DA072E14-C1DB-47E6-B0AC-6445154E1CB2}" type="presParOf" srcId="{366D9404-2182-4A63-B261-62E060F70D2E}" destId="{B875984D-4227-4A4C-B656-2AED4B354D47}" srcOrd="3" destOrd="0" presId="urn:microsoft.com/office/officeart/2018/2/layout/IconCircleList"/>
    <dgm:cxn modelId="{0FF45807-33F5-4E75-AF65-6F6EE4D2944E}" type="presParOf" srcId="{62D5F123-DA4B-41BA-A63A-30958373E3EC}" destId="{AF4A1B7E-3ACF-4CBF-82AC-54F186725E69}" srcOrd="1" destOrd="0" presId="urn:microsoft.com/office/officeart/2018/2/layout/IconCircleList"/>
    <dgm:cxn modelId="{E70837F8-0693-45AE-A36F-166FB30203B1}" type="presParOf" srcId="{62D5F123-DA4B-41BA-A63A-30958373E3EC}" destId="{FEDC718E-52E3-41A3-851B-C6715CEDF4DA}" srcOrd="2" destOrd="0" presId="urn:microsoft.com/office/officeart/2018/2/layout/IconCircleList"/>
    <dgm:cxn modelId="{62E2A51B-3690-4F99-B1B7-2BD2E81D6D40}" type="presParOf" srcId="{FEDC718E-52E3-41A3-851B-C6715CEDF4DA}" destId="{A9E1C4F8-E173-4667-9D37-69BB56A6807C}" srcOrd="0" destOrd="0" presId="urn:microsoft.com/office/officeart/2018/2/layout/IconCircleList"/>
    <dgm:cxn modelId="{BF312B54-634E-4EB9-8B45-060DBCCB8C39}" type="presParOf" srcId="{FEDC718E-52E3-41A3-851B-C6715CEDF4DA}" destId="{A9B70F6D-C626-4A22-A55F-5CE84ACCA2E1}" srcOrd="1" destOrd="0" presId="urn:microsoft.com/office/officeart/2018/2/layout/IconCircleList"/>
    <dgm:cxn modelId="{68F38CE5-F7A3-4416-812B-79F885C1F119}" type="presParOf" srcId="{FEDC718E-52E3-41A3-851B-C6715CEDF4DA}" destId="{178CBDE4-EE82-4D99-80AF-D356CE14E95F}" srcOrd="2" destOrd="0" presId="urn:microsoft.com/office/officeart/2018/2/layout/IconCircleList"/>
    <dgm:cxn modelId="{A72C6658-49E0-4E5F-A274-462CC9760B6C}" type="presParOf" srcId="{FEDC718E-52E3-41A3-851B-C6715CEDF4DA}" destId="{B4CACB88-1FA5-4DD8-9166-D3A1B97FFB04}" srcOrd="3" destOrd="0" presId="urn:microsoft.com/office/officeart/2018/2/layout/IconCircleList"/>
    <dgm:cxn modelId="{24A2C885-79F7-475A-A810-6685AD3D55F5}" type="presParOf" srcId="{62D5F123-DA4B-41BA-A63A-30958373E3EC}" destId="{5B64CBE2-A437-40DA-AA0A-8A09CFCA194F}" srcOrd="3" destOrd="0" presId="urn:microsoft.com/office/officeart/2018/2/layout/IconCircleList"/>
    <dgm:cxn modelId="{8BF38CEE-320A-48CB-BB73-67B312C25CBC}" type="presParOf" srcId="{62D5F123-DA4B-41BA-A63A-30958373E3EC}" destId="{98462CB2-CFFA-43C6-AB62-4BAAA05754DB}" srcOrd="4" destOrd="0" presId="urn:microsoft.com/office/officeart/2018/2/layout/IconCircleList"/>
    <dgm:cxn modelId="{2B0F618B-C7CF-4D3E-A728-A5CE1168CCFF}" type="presParOf" srcId="{98462CB2-CFFA-43C6-AB62-4BAAA05754DB}" destId="{8853767C-E2FA-4A3A-B1CE-A1AFDFD2CB3E}" srcOrd="0" destOrd="0" presId="urn:microsoft.com/office/officeart/2018/2/layout/IconCircleList"/>
    <dgm:cxn modelId="{B677DCCE-67E9-487B-A70E-46080C1A10B2}" type="presParOf" srcId="{98462CB2-CFFA-43C6-AB62-4BAAA05754DB}" destId="{E23CA24F-A1E2-436E-9FE4-8F514B791665}" srcOrd="1" destOrd="0" presId="urn:microsoft.com/office/officeart/2018/2/layout/IconCircleList"/>
    <dgm:cxn modelId="{DD82CB14-3C14-45A6-8997-3C3F41B5717F}" type="presParOf" srcId="{98462CB2-CFFA-43C6-AB62-4BAAA05754DB}" destId="{204960DF-29F8-4719-A6DD-422FEEF6D922}" srcOrd="2" destOrd="0" presId="urn:microsoft.com/office/officeart/2018/2/layout/IconCircleList"/>
    <dgm:cxn modelId="{03575B9C-F947-41DB-AC54-7FCDF410327C}" type="presParOf" srcId="{98462CB2-CFFA-43C6-AB62-4BAAA05754DB}" destId="{E5DFC400-904E-4A65-A823-02688E983F59}" srcOrd="3" destOrd="0" presId="urn:microsoft.com/office/officeart/2018/2/layout/IconCircleList"/>
    <dgm:cxn modelId="{E7E75100-CAD1-449B-B6F8-06BDC7E83DD5}" type="presParOf" srcId="{62D5F123-DA4B-41BA-A63A-30958373E3EC}" destId="{B626F573-FA97-47D6-9301-AD903FDADF1F}" srcOrd="5" destOrd="0" presId="urn:microsoft.com/office/officeart/2018/2/layout/IconCircleList"/>
    <dgm:cxn modelId="{42190EF0-A5B0-4BB0-B65C-EADE245D1C77}" type="presParOf" srcId="{62D5F123-DA4B-41BA-A63A-30958373E3EC}" destId="{ECC90D1F-1D7B-4A7B-8F5D-75C8E33246D8}" srcOrd="6" destOrd="0" presId="urn:microsoft.com/office/officeart/2018/2/layout/IconCircleList"/>
    <dgm:cxn modelId="{F01CEF74-BB3D-4A98-A2AD-C24F6E7D3060}" type="presParOf" srcId="{ECC90D1F-1D7B-4A7B-8F5D-75C8E33246D8}" destId="{911B9D4F-B727-43DF-8C06-641B4B472A88}" srcOrd="0" destOrd="0" presId="urn:microsoft.com/office/officeart/2018/2/layout/IconCircleList"/>
    <dgm:cxn modelId="{CE64173D-4DE2-4377-841D-4BC05CEC2641}" type="presParOf" srcId="{ECC90D1F-1D7B-4A7B-8F5D-75C8E33246D8}" destId="{8B2C7D7B-527D-47A5-9EFC-44200E232FD1}" srcOrd="1" destOrd="0" presId="urn:microsoft.com/office/officeart/2018/2/layout/IconCircleList"/>
    <dgm:cxn modelId="{840F6A8C-FAC2-47CC-A1A4-69969BFBF42A}" type="presParOf" srcId="{ECC90D1F-1D7B-4A7B-8F5D-75C8E33246D8}" destId="{C8C9D276-EB15-410B-A1D2-136CCD799D56}" srcOrd="2" destOrd="0" presId="urn:microsoft.com/office/officeart/2018/2/layout/IconCircleList"/>
    <dgm:cxn modelId="{1AE3451B-35DC-4180-A56F-EDF1340E932D}" type="presParOf" srcId="{ECC90D1F-1D7B-4A7B-8F5D-75C8E33246D8}" destId="{5EA6DC1C-8F2A-447C-8FBE-39D500729137}" srcOrd="3" destOrd="0" presId="urn:microsoft.com/office/officeart/2018/2/layout/IconCircleList"/>
    <dgm:cxn modelId="{CD4DC117-3725-448E-A513-088D7C1596F8}" type="presParOf" srcId="{62D5F123-DA4B-41BA-A63A-30958373E3EC}" destId="{767E30DF-210F-460E-A979-B608C28B3BC7}" srcOrd="7" destOrd="0" presId="urn:microsoft.com/office/officeart/2018/2/layout/IconCircleList"/>
    <dgm:cxn modelId="{6D39C187-90D3-4B74-B503-A545DB6F7BCC}" type="presParOf" srcId="{62D5F123-DA4B-41BA-A63A-30958373E3EC}" destId="{46E596C8-4D4A-4678-A374-9C148A310A86}" srcOrd="8" destOrd="0" presId="urn:microsoft.com/office/officeart/2018/2/layout/IconCircleList"/>
    <dgm:cxn modelId="{75A077CE-90F6-4190-944A-15412608B1E1}" type="presParOf" srcId="{46E596C8-4D4A-4678-A374-9C148A310A86}" destId="{22C82536-E935-4141-9104-2346E231D001}" srcOrd="0" destOrd="0" presId="urn:microsoft.com/office/officeart/2018/2/layout/IconCircleList"/>
    <dgm:cxn modelId="{92408844-4C84-497E-8304-1A7756B15E08}" type="presParOf" srcId="{46E596C8-4D4A-4678-A374-9C148A310A86}" destId="{6624C9B2-042E-48A5-A0F8-57486A836623}" srcOrd="1" destOrd="0" presId="urn:microsoft.com/office/officeart/2018/2/layout/IconCircleList"/>
    <dgm:cxn modelId="{74CAEC8C-66DD-423C-8D7F-ADA4D2C23A84}" type="presParOf" srcId="{46E596C8-4D4A-4678-A374-9C148A310A86}" destId="{E5F9A2AF-3AC1-441D-A55F-C334E3F94728}" srcOrd="2" destOrd="0" presId="urn:microsoft.com/office/officeart/2018/2/layout/IconCircleList"/>
    <dgm:cxn modelId="{C5567394-9F94-445A-A00B-89B27FF69F60}" type="presParOf" srcId="{46E596C8-4D4A-4678-A374-9C148A310A86}" destId="{CBE626D2-98C7-4AFC-B05B-C55BBF162CB4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7E094A1-38A8-4A45-B7CD-B8219D916203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F68F3108-4550-436C-9611-AC587D4F0D0A}">
      <dgm:prSet/>
      <dgm:spPr/>
      <dgm:t>
        <a:bodyPr/>
        <a:lstStyle/>
        <a:p>
          <a:r>
            <a:rPr lang="en-US"/>
            <a:t>Features Shown:</a:t>
          </a:r>
        </a:p>
      </dgm:t>
    </dgm:pt>
    <dgm:pt modelId="{661A23BF-6FB5-47D5-B619-46AF7C147AC2}" type="parTrans" cxnId="{7331FB12-F408-4FA1-84AA-E5C7CBBD8D6E}">
      <dgm:prSet/>
      <dgm:spPr/>
      <dgm:t>
        <a:bodyPr/>
        <a:lstStyle/>
        <a:p>
          <a:endParaRPr lang="en-US"/>
        </a:p>
      </dgm:t>
    </dgm:pt>
    <dgm:pt modelId="{851C36E6-27F1-4A8A-A9C9-EC28D6698D80}" type="sibTrans" cxnId="{7331FB12-F408-4FA1-84AA-E5C7CBBD8D6E}">
      <dgm:prSet/>
      <dgm:spPr/>
      <dgm:t>
        <a:bodyPr/>
        <a:lstStyle/>
        <a:p>
          <a:endParaRPr lang="en-US"/>
        </a:p>
      </dgm:t>
    </dgm:pt>
    <dgm:pt modelId="{7C9AB256-1083-44FC-AFAC-BF29C5D1AB0A}">
      <dgm:prSet/>
      <dgm:spPr/>
      <dgm:t>
        <a:bodyPr/>
        <a:lstStyle/>
        <a:p>
          <a:r>
            <a:rPr lang="en-US"/>
            <a:t>Clean login/register toggle</a:t>
          </a:r>
        </a:p>
      </dgm:t>
    </dgm:pt>
    <dgm:pt modelId="{09667AF5-9515-4BEC-BAB0-06B8AB5A33BE}" type="parTrans" cxnId="{8B3FCC64-695D-4D79-9C60-178375F4DF1D}">
      <dgm:prSet/>
      <dgm:spPr/>
      <dgm:t>
        <a:bodyPr/>
        <a:lstStyle/>
        <a:p>
          <a:endParaRPr lang="en-US"/>
        </a:p>
      </dgm:t>
    </dgm:pt>
    <dgm:pt modelId="{5FBCA631-7708-436A-9FA9-5A217A323DDB}" type="sibTrans" cxnId="{8B3FCC64-695D-4D79-9C60-178375F4DF1D}">
      <dgm:prSet/>
      <dgm:spPr/>
      <dgm:t>
        <a:bodyPr/>
        <a:lstStyle/>
        <a:p>
          <a:endParaRPr lang="en-US"/>
        </a:p>
      </dgm:t>
    </dgm:pt>
    <dgm:pt modelId="{157E7797-ADC8-467D-BEC9-17FA1425BB2F}">
      <dgm:prSet/>
      <dgm:spPr/>
      <dgm:t>
        <a:bodyPr/>
        <a:lstStyle/>
        <a:p>
          <a:r>
            <a:rPr lang="en-US"/>
            <a:t>Email and password fields</a:t>
          </a:r>
        </a:p>
      </dgm:t>
    </dgm:pt>
    <dgm:pt modelId="{9A18353B-8FA3-4B5F-9884-484DEBE5F25F}" type="parTrans" cxnId="{232AF14B-21DD-42E8-B315-65754C675AEC}">
      <dgm:prSet/>
      <dgm:spPr/>
      <dgm:t>
        <a:bodyPr/>
        <a:lstStyle/>
        <a:p>
          <a:endParaRPr lang="en-US"/>
        </a:p>
      </dgm:t>
    </dgm:pt>
    <dgm:pt modelId="{0C6CD1B3-3CC7-4179-95E8-C314B56AA4DF}" type="sibTrans" cxnId="{232AF14B-21DD-42E8-B315-65754C675AEC}">
      <dgm:prSet/>
      <dgm:spPr/>
      <dgm:t>
        <a:bodyPr/>
        <a:lstStyle/>
        <a:p>
          <a:endParaRPr lang="en-US"/>
        </a:p>
      </dgm:t>
    </dgm:pt>
    <dgm:pt modelId="{69BD03DC-5655-4A7C-A03B-CE276A3A5FB1}">
      <dgm:prSet/>
      <dgm:spPr/>
      <dgm:t>
        <a:bodyPr/>
        <a:lstStyle/>
        <a:p>
          <a:r>
            <a:rPr lang="en-US"/>
            <a:t>Success/error message display</a:t>
          </a:r>
        </a:p>
      </dgm:t>
    </dgm:pt>
    <dgm:pt modelId="{05B64A74-5525-47E6-A511-A64E496A51A4}" type="parTrans" cxnId="{8728A084-1669-4956-BCDD-7994FFECACF0}">
      <dgm:prSet/>
      <dgm:spPr/>
      <dgm:t>
        <a:bodyPr/>
        <a:lstStyle/>
        <a:p>
          <a:endParaRPr lang="en-US"/>
        </a:p>
      </dgm:t>
    </dgm:pt>
    <dgm:pt modelId="{71F46CA9-388C-4C70-98FD-50133D33B37B}" type="sibTrans" cxnId="{8728A084-1669-4956-BCDD-7994FFECACF0}">
      <dgm:prSet/>
      <dgm:spPr/>
      <dgm:t>
        <a:bodyPr/>
        <a:lstStyle/>
        <a:p>
          <a:endParaRPr lang="en-US"/>
        </a:p>
      </dgm:t>
    </dgm:pt>
    <dgm:pt modelId="{AA6861C0-C642-4168-B410-FD380ED0BD5B}">
      <dgm:prSet/>
      <dgm:spPr/>
      <dgm:t>
        <a:bodyPr/>
        <a:lstStyle/>
        <a:p>
          <a:r>
            <a:rPr lang="en-US"/>
            <a:t>Quick insights sidebar</a:t>
          </a:r>
        </a:p>
      </dgm:t>
    </dgm:pt>
    <dgm:pt modelId="{79CB3B24-899B-4BD6-B167-50497AC7F403}" type="parTrans" cxnId="{8DE0BC5A-0112-4EEF-99C8-CFEBC75A756D}">
      <dgm:prSet/>
      <dgm:spPr/>
      <dgm:t>
        <a:bodyPr/>
        <a:lstStyle/>
        <a:p>
          <a:endParaRPr lang="en-US"/>
        </a:p>
      </dgm:t>
    </dgm:pt>
    <dgm:pt modelId="{609C18A7-F132-4794-89D7-B5E088D150CF}" type="sibTrans" cxnId="{8DE0BC5A-0112-4EEF-99C8-CFEBC75A756D}">
      <dgm:prSet/>
      <dgm:spPr/>
      <dgm:t>
        <a:bodyPr/>
        <a:lstStyle/>
        <a:p>
          <a:endParaRPr lang="en-US"/>
        </a:p>
      </dgm:t>
    </dgm:pt>
    <dgm:pt modelId="{7BAD1242-1A44-4D3B-B02D-44A3FB0501F3}">
      <dgm:prSet/>
      <dgm:spPr/>
      <dgm:t>
        <a:bodyPr/>
        <a:lstStyle/>
        <a:p>
          <a:r>
            <a:rPr lang="en-US"/>
            <a:t>Responsive design</a:t>
          </a:r>
        </a:p>
      </dgm:t>
    </dgm:pt>
    <dgm:pt modelId="{53DA6812-8D46-475A-8423-7D8BD3743D57}" type="parTrans" cxnId="{5969A618-D639-4B3F-B522-69CFC6C5F69E}">
      <dgm:prSet/>
      <dgm:spPr/>
      <dgm:t>
        <a:bodyPr/>
        <a:lstStyle/>
        <a:p>
          <a:endParaRPr lang="en-US"/>
        </a:p>
      </dgm:t>
    </dgm:pt>
    <dgm:pt modelId="{AD7EF529-FE6D-4EE0-9876-79E3AE30AA6F}" type="sibTrans" cxnId="{5969A618-D639-4B3F-B522-69CFC6C5F69E}">
      <dgm:prSet/>
      <dgm:spPr/>
      <dgm:t>
        <a:bodyPr/>
        <a:lstStyle/>
        <a:p>
          <a:endParaRPr lang="en-US"/>
        </a:p>
      </dgm:t>
    </dgm:pt>
    <dgm:pt modelId="{5109BCD3-C45B-408B-8B7A-2802CB36E08E}" type="pres">
      <dgm:prSet presAssocID="{37E094A1-38A8-4A45-B7CD-B8219D916203}" presName="vert0" presStyleCnt="0">
        <dgm:presLayoutVars>
          <dgm:dir/>
          <dgm:animOne val="branch"/>
          <dgm:animLvl val="lvl"/>
        </dgm:presLayoutVars>
      </dgm:prSet>
      <dgm:spPr/>
    </dgm:pt>
    <dgm:pt modelId="{B3DF854F-A512-4EAB-860F-A9C0813BF046}" type="pres">
      <dgm:prSet presAssocID="{F68F3108-4550-436C-9611-AC587D4F0D0A}" presName="thickLine" presStyleLbl="alignNode1" presStyleIdx="0" presStyleCnt="6"/>
      <dgm:spPr/>
    </dgm:pt>
    <dgm:pt modelId="{D8073AE0-A246-47A0-B86A-CB212AE2928C}" type="pres">
      <dgm:prSet presAssocID="{F68F3108-4550-436C-9611-AC587D4F0D0A}" presName="horz1" presStyleCnt="0"/>
      <dgm:spPr/>
    </dgm:pt>
    <dgm:pt modelId="{DC42F55E-FADB-4877-9565-31179D10338F}" type="pres">
      <dgm:prSet presAssocID="{F68F3108-4550-436C-9611-AC587D4F0D0A}" presName="tx1" presStyleLbl="revTx" presStyleIdx="0" presStyleCnt="6"/>
      <dgm:spPr/>
    </dgm:pt>
    <dgm:pt modelId="{4229E5E4-D436-4B34-88FD-53BCD8C30D93}" type="pres">
      <dgm:prSet presAssocID="{F68F3108-4550-436C-9611-AC587D4F0D0A}" presName="vert1" presStyleCnt="0"/>
      <dgm:spPr/>
    </dgm:pt>
    <dgm:pt modelId="{099B65FC-06AD-435D-BA34-EE634D03F606}" type="pres">
      <dgm:prSet presAssocID="{7C9AB256-1083-44FC-AFAC-BF29C5D1AB0A}" presName="thickLine" presStyleLbl="alignNode1" presStyleIdx="1" presStyleCnt="6"/>
      <dgm:spPr/>
    </dgm:pt>
    <dgm:pt modelId="{08C151E3-F6B7-44FA-81A7-0DF329639AA9}" type="pres">
      <dgm:prSet presAssocID="{7C9AB256-1083-44FC-AFAC-BF29C5D1AB0A}" presName="horz1" presStyleCnt="0"/>
      <dgm:spPr/>
    </dgm:pt>
    <dgm:pt modelId="{11E83F87-3213-4D9D-B99B-B9ADB7587F2F}" type="pres">
      <dgm:prSet presAssocID="{7C9AB256-1083-44FC-AFAC-BF29C5D1AB0A}" presName="tx1" presStyleLbl="revTx" presStyleIdx="1" presStyleCnt="6"/>
      <dgm:spPr/>
    </dgm:pt>
    <dgm:pt modelId="{1023FDF6-6D1A-4BB8-A26F-FEC97C951106}" type="pres">
      <dgm:prSet presAssocID="{7C9AB256-1083-44FC-AFAC-BF29C5D1AB0A}" presName="vert1" presStyleCnt="0"/>
      <dgm:spPr/>
    </dgm:pt>
    <dgm:pt modelId="{04BE17B7-DD77-4C03-BE44-A97F74B02C7E}" type="pres">
      <dgm:prSet presAssocID="{157E7797-ADC8-467D-BEC9-17FA1425BB2F}" presName="thickLine" presStyleLbl="alignNode1" presStyleIdx="2" presStyleCnt="6"/>
      <dgm:spPr/>
    </dgm:pt>
    <dgm:pt modelId="{7FA14B5E-BE9A-410F-A8E9-512BE262AA3D}" type="pres">
      <dgm:prSet presAssocID="{157E7797-ADC8-467D-BEC9-17FA1425BB2F}" presName="horz1" presStyleCnt="0"/>
      <dgm:spPr/>
    </dgm:pt>
    <dgm:pt modelId="{75A089C3-4921-4838-8E64-100E318D3CE1}" type="pres">
      <dgm:prSet presAssocID="{157E7797-ADC8-467D-BEC9-17FA1425BB2F}" presName="tx1" presStyleLbl="revTx" presStyleIdx="2" presStyleCnt="6"/>
      <dgm:spPr/>
    </dgm:pt>
    <dgm:pt modelId="{7733E715-776A-40F8-BCAF-0FC050D29E00}" type="pres">
      <dgm:prSet presAssocID="{157E7797-ADC8-467D-BEC9-17FA1425BB2F}" presName="vert1" presStyleCnt="0"/>
      <dgm:spPr/>
    </dgm:pt>
    <dgm:pt modelId="{A67F57D0-8860-4FD8-A9E2-BE4601DAECC2}" type="pres">
      <dgm:prSet presAssocID="{69BD03DC-5655-4A7C-A03B-CE276A3A5FB1}" presName="thickLine" presStyleLbl="alignNode1" presStyleIdx="3" presStyleCnt="6"/>
      <dgm:spPr/>
    </dgm:pt>
    <dgm:pt modelId="{9BAFF975-46D9-4BF7-82CE-A97566EA52DE}" type="pres">
      <dgm:prSet presAssocID="{69BD03DC-5655-4A7C-A03B-CE276A3A5FB1}" presName="horz1" presStyleCnt="0"/>
      <dgm:spPr/>
    </dgm:pt>
    <dgm:pt modelId="{E83DC50D-D7D9-4A65-BA37-4A069D6AFC49}" type="pres">
      <dgm:prSet presAssocID="{69BD03DC-5655-4A7C-A03B-CE276A3A5FB1}" presName="tx1" presStyleLbl="revTx" presStyleIdx="3" presStyleCnt="6"/>
      <dgm:spPr/>
    </dgm:pt>
    <dgm:pt modelId="{4BA28482-43D7-4667-9901-4B1C37CDF470}" type="pres">
      <dgm:prSet presAssocID="{69BD03DC-5655-4A7C-A03B-CE276A3A5FB1}" presName="vert1" presStyleCnt="0"/>
      <dgm:spPr/>
    </dgm:pt>
    <dgm:pt modelId="{1548F1FB-DBF1-46B7-A32A-090E0BFB33AE}" type="pres">
      <dgm:prSet presAssocID="{AA6861C0-C642-4168-B410-FD380ED0BD5B}" presName="thickLine" presStyleLbl="alignNode1" presStyleIdx="4" presStyleCnt="6"/>
      <dgm:spPr/>
    </dgm:pt>
    <dgm:pt modelId="{8B637F04-2F89-48D0-BE6A-43AFD3F31924}" type="pres">
      <dgm:prSet presAssocID="{AA6861C0-C642-4168-B410-FD380ED0BD5B}" presName="horz1" presStyleCnt="0"/>
      <dgm:spPr/>
    </dgm:pt>
    <dgm:pt modelId="{78796CBE-239D-4403-8CB0-AAAE5BFDBC05}" type="pres">
      <dgm:prSet presAssocID="{AA6861C0-C642-4168-B410-FD380ED0BD5B}" presName="tx1" presStyleLbl="revTx" presStyleIdx="4" presStyleCnt="6"/>
      <dgm:spPr/>
    </dgm:pt>
    <dgm:pt modelId="{6763F2B6-667B-4DA1-A27E-C3FD182CDA00}" type="pres">
      <dgm:prSet presAssocID="{AA6861C0-C642-4168-B410-FD380ED0BD5B}" presName="vert1" presStyleCnt="0"/>
      <dgm:spPr/>
    </dgm:pt>
    <dgm:pt modelId="{844E4FC4-23F1-4A57-B0DE-AF1A87D9093F}" type="pres">
      <dgm:prSet presAssocID="{7BAD1242-1A44-4D3B-B02D-44A3FB0501F3}" presName="thickLine" presStyleLbl="alignNode1" presStyleIdx="5" presStyleCnt="6"/>
      <dgm:spPr/>
    </dgm:pt>
    <dgm:pt modelId="{FEBFB3C2-8181-427B-AC2B-8E49CED70430}" type="pres">
      <dgm:prSet presAssocID="{7BAD1242-1A44-4D3B-B02D-44A3FB0501F3}" presName="horz1" presStyleCnt="0"/>
      <dgm:spPr/>
    </dgm:pt>
    <dgm:pt modelId="{2BB75B40-E498-4003-996B-30FD42C90736}" type="pres">
      <dgm:prSet presAssocID="{7BAD1242-1A44-4D3B-B02D-44A3FB0501F3}" presName="tx1" presStyleLbl="revTx" presStyleIdx="5" presStyleCnt="6"/>
      <dgm:spPr/>
    </dgm:pt>
    <dgm:pt modelId="{78B7DF76-602C-43A7-BCF8-7BE0774450E2}" type="pres">
      <dgm:prSet presAssocID="{7BAD1242-1A44-4D3B-B02D-44A3FB0501F3}" presName="vert1" presStyleCnt="0"/>
      <dgm:spPr/>
    </dgm:pt>
  </dgm:ptLst>
  <dgm:cxnLst>
    <dgm:cxn modelId="{03E4F008-F60A-4BD2-BD48-81F4DFB5DCEA}" type="presOf" srcId="{69BD03DC-5655-4A7C-A03B-CE276A3A5FB1}" destId="{E83DC50D-D7D9-4A65-BA37-4A069D6AFC49}" srcOrd="0" destOrd="0" presId="urn:microsoft.com/office/officeart/2008/layout/LinedList"/>
    <dgm:cxn modelId="{7331FB12-F408-4FA1-84AA-E5C7CBBD8D6E}" srcId="{37E094A1-38A8-4A45-B7CD-B8219D916203}" destId="{F68F3108-4550-436C-9611-AC587D4F0D0A}" srcOrd="0" destOrd="0" parTransId="{661A23BF-6FB5-47D5-B619-46AF7C147AC2}" sibTransId="{851C36E6-27F1-4A8A-A9C9-EC28D6698D80}"/>
    <dgm:cxn modelId="{5969A618-D639-4B3F-B522-69CFC6C5F69E}" srcId="{37E094A1-38A8-4A45-B7CD-B8219D916203}" destId="{7BAD1242-1A44-4D3B-B02D-44A3FB0501F3}" srcOrd="5" destOrd="0" parTransId="{53DA6812-8D46-475A-8423-7D8BD3743D57}" sibTransId="{AD7EF529-FE6D-4EE0-9876-79E3AE30AA6F}"/>
    <dgm:cxn modelId="{7F37CD1A-F6EB-4E5C-93AC-1A91603CC6D3}" type="presOf" srcId="{157E7797-ADC8-467D-BEC9-17FA1425BB2F}" destId="{75A089C3-4921-4838-8E64-100E318D3CE1}" srcOrd="0" destOrd="0" presId="urn:microsoft.com/office/officeart/2008/layout/LinedList"/>
    <dgm:cxn modelId="{8B3FCC64-695D-4D79-9C60-178375F4DF1D}" srcId="{37E094A1-38A8-4A45-B7CD-B8219D916203}" destId="{7C9AB256-1083-44FC-AFAC-BF29C5D1AB0A}" srcOrd="1" destOrd="0" parTransId="{09667AF5-9515-4BEC-BAB0-06B8AB5A33BE}" sibTransId="{5FBCA631-7708-436A-9FA9-5A217A323DDB}"/>
    <dgm:cxn modelId="{232AF14B-21DD-42E8-B315-65754C675AEC}" srcId="{37E094A1-38A8-4A45-B7CD-B8219D916203}" destId="{157E7797-ADC8-467D-BEC9-17FA1425BB2F}" srcOrd="2" destOrd="0" parTransId="{9A18353B-8FA3-4B5F-9884-484DEBE5F25F}" sibTransId="{0C6CD1B3-3CC7-4179-95E8-C314B56AA4DF}"/>
    <dgm:cxn modelId="{7C75A75A-646E-4676-BFED-C8FCD0965FC0}" type="presOf" srcId="{AA6861C0-C642-4168-B410-FD380ED0BD5B}" destId="{78796CBE-239D-4403-8CB0-AAAE5BFDBC05}" srcOrd="0" destOrd="0" presId="urn:microsoft.com/office/officeart/2008/layout/LinedList"/>
    <dgm:cxn modelId="{8DE0BC5A-0112-4EEF-99C8-CFEBC75A756D}" srcId="{37E094A1-38A8-4A45-B7CD-B8219D916203}" destId="{AA6861C0-C642-4168-B410-FD380ED0BD5B}" srcOrd="4" destOrd="0" parTransId="{79CB3B24-899B-4BD6-B167-50497AC7F403}" sibTransId="{609C18A7-F132-4794-89D7-B5E088D150CF}"/>
    <dgm:cxn modelId="{8728A084-1669-4956-BCDD-7994FFECACF0}" srcId="{37E094A1-38A8-4A45-B7CD-B8219D916203}" destId="{69BD03DC-5655-4A7C-A03B-CE276A3A5FB1}" srcOrd="3" destOrd="0" parTransId="{05B64A74-5525-47E6-A511-A64E496A51A4}" sibTransId="{71F46CA9-388C-4C70-98FD-50133D33B37B}"/>
    <dgm:cxn modelId="{FEDD279F-EE41-4C0C-B373-BCD6503378B1}" type="presOf" srcId="{7C9AB256-1083-44FC-AFAC-BF29C5D1AB0A}" destId="{11E83F87-3213-4D9D-B99B-B9ADB7587F2F}" srcOrd="0" destOrd="0" presId="urn:microsoft.com/office/officeart/2008/layout/LinedList"/>
    <dgm:cxn modelId="{3199EFB8-591C-4A9B-88D6-EF1011E701BC}" type="presOf" srcId="{F68F3108-4550-436C-9611-AC587D4F0D0A}" destId="{DC42F55E-FADB-4877-9565-31179D10338F}" srcOrd="0" destOrd="0" presId="urn:microsoft.com/office/officeart/2008/layout/LinedList"/>
    <dgm:cxn modelId="{92AB77DF-4221-4380-832D-317B6B3DDDC8}" type="presOf" srcId="{37E094A1-38A8-4A45-B7CD-B8219D916203}" destId="{5109BCD3-C45B-408B-8B7A-2802CB36E08E}" srcOrd="0" destOrd="0" presId="urn:microsoft.com/office/officeart/2008/layout/LinedList"/>
    <dgm:cxn modelId="{4EDD62FE-629D-4C71-A78B-BE688DBA09E4}" type="presOf" srcId="{7BAD1242-1A44-4D3B-B02D-44A3FB0501F3}" destId="{2BB75B40-E498-4003-996B-30FD42C90736}" srcOrd="0" destOrd="0" presId="urn:microsoft.com/office/officeart/2008/layout/LinedList"/>
    <dgm:cxn modelId="{CB74468D-E949-4CB8-8AE1-A0FFC46F9790}" type="presParOf" srcId="{5109BCD3-C45B-408B-8B7A-2802CB36E08E}" destId="{B3DF854F-A512-4EAB-860F-A9C0813BF046}" srcOrd="0" destOrd="0" presId="urn:microsoft.com/office/officeart/2008/layout/LinedList"/>
    <dgm:cxn modelId="{7A5F21C9-68A6-4848-A9A3-CD99F230FC6E}" type="presParOf" srcId="{5109BCD3-C45B-408B-8B7A-2802CB36E08E}" destId="{D8073AE0-A246-47A0-B86A-CB212AE2928C}" srcOrd="1" destOrd="0" presId="urn:microsoft.com/office/officeart/2008/layout/LinedList"/>
    <dgm:cxn modelId="{F140F5CD-53DA-4D26-9895-F14AFD34CB0A}" type="presParOf" srcId="{D8073AE0-A246-47A0-B86A-CB212AE2928C}" destId="{DC42F55E-FADB-4877-9565-31179D10338F}" srcOrd="0" destOrd="0" presId="urn:microsoft.com/office/officeart/2008/layout/LinedList"/>
    <dgm:cxn modelId="{8D440C20-26B6-416E-A8A4-E220E71727B6}" type="presParOf" srcId="{D8073AE0-A246-47A0-B86A-CB212AE2928C}" destId="{4229E5E4-D436-4B34-88FD-53BCD8C30D93}" srcOrd="1" destOrd="0" presId="urn:microsoft.com/office/officeart/2008/layout/LinedList"/>
    <dgm:cxn modelId="{1DC4CD11-E6C7-43A0-B05A-1F550E8DD2D8}" type="presParOf" srcId="{5109BCD3-C45B-408B-8B7A-2802CB36E08E}" destId="{099B65FC-06AD-435D-BA34-EE634D03F606}" srcOrd="2" destOrd="0" presId="urn:microsoft.com/office/officeart/2008/layout/LinedList"/>
    <dgm:cxn modelId="{C8B0D5DB-BA56-4389-95A2-3D66C2F698FD}" type="presParOf" srcId="{5109BCD3-C45B-408B-8B7A-2802CB36E08E}" destId="{08C151E3-F6B7-44FA-81A7-0DF329639AA9}" srcOrd="3" destOrd="0" presId="urn:microsoft.com/office/officeart/2008/layout/LinedList"/>
    <dgm:cxn modelId="{5486AA1E-D0D6-4479-8207-87AFDC58599E}" type="presParOf" srcId="{08C151E3-F6B7-44FA-81A7-0DF329639AA9}" destId="{11E83F87-3213-4D9D-B99B-B9ADB7587F2F}" srcOrd="0" destOrd="0" presId="urn:microsoft.com/office/officeart/2008/layout/LinedList"/>
    <dgm:cxn modelId="{95E159A5-71AF-4B2D-858C-AA72FB618077}" type="presParOf" srcId="{08C151E3-F6B7-44FA-81A7-0DF329639AA9}" destId="{1023FDF6-6D1A-4BB8-A26F-FEC97C951106}" srcOrd="1" destOrd="0" presId="urn:microsoft.com/office/officeart/2008/layout/LinedList"/>
    <dgm:cxn modelId="{9495459D-D105-4123-B583-DA35AEE41D67}" type="presParOf" srcId="{5109BCD3-C45B-408B-8B7A-2802CB36E08E}" destId="{04BE17B7-DD77-4C03-BE44-A97F74B02C7E}" srcOrd="4" destOrd="0" presId="urn:microsoft.com/office/officeart/2008/layout/LinedList"/>
    <dgm:cxn modelId="{30041F92-5930-4CB9-973E-495CFD359225}" type="presParOf" srcId="{5109BCD3-C45B-408B-8B7A-2802CB36E08E}" destId="{7FA14B5E-BE9A-410F-A8E9-512BE262AA3D}" srcOrd="5" destOrd="0" presId="urn:microsoft.com/office/officeart/2008/layout/LinedList"/>
    <dgm:cxn modelId="{92DDA797-3E0C-454F-9858-5048448EAD0A}" type="presParOf" srcId="{7FA14B5E-BE9A-410F-A8E9-512BE262AA3D}" destId="{75A089C3-4921-4838-8E64-100E318D3CE1}" srcOrd="0" destOrd="0" presId="urn:microsoft.com/office/officeart/2008/layout/LinedList"/>
    <dgm:cxn modelId="{7F85B358-5B94-42C2-B957-A3A791E6F842}" type="presParOf" srcId="{7FA14B5E-BE9A-410F-A8E9-512BE262AA3D}" destId="{7733E715-776A-40F8-BCAF-0FC050D29E00}" srcOrd="1" destOrd="0" presId="urn:microsoft.com/office/officeart/2008/layout/LinedList"/>
    <dgm:cxn modelId="{D077A160-2B8B-4E3F-9106-06A11043B8AC}" type="presParOf" srcId="{5109BCD3-C45B-408B-8B7A-2802CB36E08E}" destId="{A67F57D0-8860-4FD8-A9E2-BE4601DAECC2}" srcOrd="6" destOrd="0" presId="urn:microsoft.com/office/officeart/2008/layout/LinedList"/>
    <dgm:cxn modelId="{49CAD6B0-D8D3-4EBA-8846-DEB924C29244}" type="presParOf" srcId="{5109BCD3-C45B-408B-8B7A-2802CB36E08E}" destId="{9BAFF975-46D9-4BF7-82CE-A97566EA52DE}" srcOrd="7" destOrd="0" presId="urn:microsoft.com/office/officeart/2008/layout/LinedList"/>
    <dgm:cxn modelId="{AC83B358-DCC3-4F9A-96E3-91C098D86333}" type="presParOf" srcId="{9BAFF975-46D9-4BF7-82CE-A97566EA52DE}" destId="{E83DC50D-D7D9-4A65-BA37-4A069D6AFC49}" srcOrd="0" destOrd="0" presId="urn:microsoft.com/office/officeart/2008/layout/LinedList"/>
    <dgm:cxn modelId="{481EDAEE-229E-4172-A9D0-F3AC9EB1B05F}" type="presParOf" srcId="{9BAFF975-46D9-4BF7-82CE-A97566EA52DE}" destId="{4BA28482-43D7-4667-9901-4B1C37CDF470}" srcOrd="1" destOrd="0" presId="urn:microsoft.com/office/officeart/2008/layout/LinedList"/>
    <dgm:cxn modelId="{BEFBFD11-C292-44C2-AE96-5FC6AFC24C08}" type="presParOf" srcId="{5109BCD3-C45B-408B-8B7A-2802CB36E08E}" destId="{1548F1FB-DBF1-46B7-A32A-090E0BFB33AE}" srcOrd="8" destOrd="0" presId="urn:microsoft.com/office/officeart/2008/layout/LinedList"/>
    <dgm:cxn modelId="{4CA04C8D-A99D-4B75-88C7-D7D6A71864F9}" type="presParOf" srcId="{5109BCD3-C45B-408B-8B7A-2802CB36E08E}" destId="{8B637F04-2F89-48D0-BE6A-43AFD3F31924}" srcOrd="9" destOrd="0" presId="urn:microsoft.com/office/officeart/2008/layout/LinedList"/>
    <dgm:cxn modelId="{B84058E6-3C4E-4F45-80E9-3801F10F528A}" type="presParOf" srcId="{8B637F04-2F89-48D0-BE6A-43AFD3F31924}" destId="{78796CBE-239D-4403-8CB0-AAAE5BFDBC05}" srcOrd="0" destOrd="0" presId="urn:microsoft.com/office/officeart/2008/layout/LinedList"/>
    <dgm:cxn modelId="{BE39AF18-D855-4009-B4C3-6363537B146B}" type="presParOf" srcId="{8B637F04-2F89-48D0-BE6A-43AFD3F31924}" destId="{6763F2B6-667B-4DA1-A27E-C3FD182CDA00}" srcOrd="1" destOrd="0" presId="urn:microsoft.com/office/officeart/2008/layout/LinedList"/>
    <dgm:cxn modelId="{13D1927B-F786-434F-91BA-577FDA97CE09}" type="presParOf" srcId="{5109BCD3-C45B-408B-8B7A-2802CB36E08E}" destId="{844E4FC4-23F1-4A57-B0DE-AF1A87D9093F}" srcOrd="10" destOrd="0" presId="urn:microsoft.com/office/officeart/2008/layout/LinedList"/>
    <dgm:cxn modelId="{15174A04-6332-4B10-ADE2-8A73F2EFE4E7}" type="presParOf" srcId="{5109BCD3-C45B-408B-8B7A-2802CB36E08E}" destId="{FEBFB3C2-8181-427B-AC2B-8E49CED70430}" srcOrd="11" destOrd="0" presId="urn:microsoft.com/office/officeart/2008/layout/LinedList"/>
    <dgm:cxn modelId="{C4FB5CF9-5A72-4E56-B869-D1613756CD8F}" type="presParOf" srcId="{FEBFB3C2-8181-427B-AC2B-8E49CED70430}" destId="{2BB75B40-E498-4003-996B-30FD42C90736}" srcOrd="0" destOrd="0" presId="urn:microsoft.com/office/officeart/2008/layout/LinedList"/>
    <dgm:cxn modelId="{42A6284F-EFDB-4B1C-A9DB-94D42870FF4D}" type="presParOf" srcId="{FEBFB3C2-8181-427B-AC2B-8E49CED70430}" destId="{78B7DF76-602C-43A7-BCF8-7BE0774450E2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C876B31-07E8-429F-AE36-5CC8B49B7782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9E227D2-BCFB-408A-974B-253018CECA4B}">
      <dgm:prSet/>
      <dgm:spPr/>
      <dgm:t>
        <a:bodyPr/>
        <a:lstStyle/>
        <a:p>
          <a:r>
            <a:rPr lang="en-US"/>
            <a:t>Features Shown:</a:t>
          </a:r>
        </a:p>
      </dgm:t>
    </dgm:pt>
    <dgm:pt modelId="{8C4B98FF-AE4D-4AFC-B96D-A391669BF64A}" type="parTrans" cxnId="{08B92B9B-A39D-4F6E-B474-1D37C0FB83B6}">
      <dgm:prSet/>
      <dgm:spPr/>
      <dgm:t>
        <a:bodyPr/>
        <a:lstStyle/>
        <a:p>
          <a:endParaRPr lang="en-US"/>
        </a:p>
      </dgm:t>
    </dgm:pt>
    <dgm:pt modelId="{23152D0C-2573-430B-ABE9-93215194FE40}" type="sibTrans" cxnId="{08B92B9B-A39D-4F6E-B474-1D37C0FB83B6}">
      <dgm:prSet/>
      <dgm:spPr/>
      <dgm:t>
        <a:bodyPr/>
        <a:lstStyle/>
        <a:p>
          <a:endParaRPr lang="en-US"/>
        </a:p>
      </dgm:t>
    </dgm:pt>
    <dgm:pt modelId="{DE483FFD-4816-48F2-92FC-6624507E3A3B}">
      <dgm:prSet/>
      <dgm:spPr/>
      <dgm:t>
        <a:bodyPr/>
        <a:lstStyle/>
        <a:p>
          <a:r>
            <a:rPr lang="en-US"/>
            <a:t>Expandable transaction form</a:t>
          </a:r>
        </a:p>
      </dgm:t>
    </dgm:pt>
    <dgm:pt modelId="{C14B26C6-FF1B-43B7-BB29-04A539EA5431}" type="parTrans" cxnId="{FCF039FA-7062-48B8-9B42-98D680099F13}">
      <dgm:prSet/>
      <dgm:spPr/>
      <dgm:t>
        <a:bodyPr/>
        <a:lstStyle/>
        <a:p>
          <a:endParaRPr lang="en-US"/>
        </a:p>
      </dgm:t>
    </dgm:pt>
    <dgm:pt modelId="{7DF51619-D547-4B62-8D69-B6356767A571}" type="sibTrans" cxnId="{FCF039FA-7062-48B8-9B42-98D680099F13}">
      <dgm:prSet/>
      <dgm:spPr/>
      <dgm:t>
        <a:bodyPr/>
        <a:lstStyle/>
        <a:p>
          <a:endParaRPr lang="en-US"/>
        </a:p>
      </dgm:t>
    </dgm:pt>
    <dgm:pt modelId="{8BE18A4C-19EB-44D7-9AC4-20CB4286D215}">
      <dgm:prSet/>
      <dgm:spPr/>
      <dgm:t>
        <a:bodyPr/>
        <a:lstStyle/>
        <a:p>
          <a:r>
            <a:rPr lang="en-US"/>
            <a:t>Date picker and amount fields</a:t>
          </a:r>
        </a:p>
      </dgm:t>
    </dgm:pt>
    <dgm:pt modelId="{78B1E43F-6EDB-48F5-A414-2567B45F140D}" type="parTrans" cxnId="{A3C7F685-5A10-4C40-9E4C-56589AFF0597}">
      <dgm:prSet/>
      <dgm:spPr/>
      <dgm:t>
        <a:bodyPr/>
        <a:lstStyle/>
        <a:p>
          <a:endParaRPr lang="en-US"/>
        </a:p>
      </dgm:t>
    </dgm:pt>
    <dgm:pt modelId="{A35CCCC6-D358-494B-A33C-3F0A85FFE8F4}" type="sibTrans" cxnId="{A3C7F685-5A10-4C40-9E4C-56589AFF0597}">
      <dgm:prSet/>
      <dgm:spPr/>
      <dgm:t>
        <a:bodyPr/>
        <a:lstStyle/>
        <a:p>
          <a:endParaRPr lang="en-US"/>
        </a:p>
      </dgm:t>
    </dgm:pt>
    <dgm:pt modelId="{592EA65F-37B2-41B0-83AC-8E16443CB2B9}">
      <dgm:prSet/>
      <dgm:spPr/>
      <dgm:t>
        <a:bodyPr/>
        <a:lstStyle/>
        <a:p>
          <a:r>
            <a:rPr lang="en-US"/>
            <a:t>Description input with placeholders</a:t>
          </a:r>
        </a:p>
      </dgm:t>
    </dgm:pt>
    <dgm:pt modelId="{EFCD8526-C00D-421A-8286-410E36F06170}" type="parTrans" cxnId="{4F2A7057-4489-4318-ADC8-6CB8BD9AE4C4}">
      <dgm:prSet/>
      <dgm:spPr/>
      <dgm:t>
        <a:bodyPr/>
        <a:lstStyle/>
        <a:p>
          <a:endParaRPr lang="en-US"/>
        </a:p>
      </dgm:t>
    </dgm:pt>
    <dgm:pt modelId="{1809B0C1-62AD-4C18-9845-66E2E981A19C}" type="sibTrans" cxnId="{4F2A7057-4489-4318-ADC8-6CB8BD9AE4C4}">
      <dgm:prSet/>
      <dgm:spPr/>
      <dgm:t>
        <a:bodyPr/>
        <a:lstStyle/>
        <a:p>
          <a:endParaRPr lang="en-US"/>
        </a:p>
      </dgm:t>
    </dgm:pt>
    <dgm:pt modelId="{BECFFB39-544D-40A5-8E37-1DB05C0C4109}">
      <dgm:prSet/>
      <dgm:spPr/>
      <dgm:t>
        <a:bodyPr/>
        <a:lstStyle/>
        <a:p>
          <a:r>
            <a:rPr lang="en-US"/>
            <a:t>Category dropdown with AI hint</a:t>
          </a:r>
        </a:p>
      </dgm:t>
    </dgm:pt>
    <dgm:pt modelId="{4309729B-3966-4B5F-B52F-9331A0A1652C}" type="parTrans" cxnId="{B1D0AE54-3141-4567-B42D-45FD9AF566D4}">
      <dgm:prSet/>
      <dgm:spPr/>
      <dgm:t>
        <a:bodyPr/>
        <a:lstStyle/>
        <a:p>
          <a:endParaRPr lang="en-US"/>
        </a:p>
      </dgm:t>
    </dgm:pt>
    <dgm:pt modelId="{FAED2ADA-A879-4A3D-A33E-28864BD3EC88}" type="sibTrans" cxnId="{B1D0AE54-3141-4567-B42D-45FD9AF566D4}">
      <dgm:prSet/>
      <dgm:spPr/>
      <dgm:t>
        <a:bodyPr/>
        <a:lstStyle/>
        <a:p>
          <a:endParaRPr lang="en-US"/>
        </a:p>
      </dgm:t>
    </dgm:pt>
    <dgm:pt modelId="{0E63B4B8-0F9D-49AA-B6CD-6FD59086450F}">
      <dgm:prSet/>
      <dgm:spPr/>
      <dgm:t>
        <a:bodyPr/>
        <a:lstStyle/>
        <a:p>
          <a:r>
            <a:rPr lang="en-US"/>
            <a:t>Form validation and submission</a:t>
          </a:r>
        </a:p>
      </dgm:t>
    </dgm:pt>
    <dgm:pt modelId="{BE96D360-DF3F-43A3-8985-482FA8C9396C}" type="parTrans" cxnId="{A5AA898E-5E7F-4820-8E21-09F4C7601C09}">
      <dgm:prSet/>
      <dgm:spPr/>
      <dgm:t>
        <a:bodyPr/>
        <a:lstStyle/>
        <a:p>
          <a:endParaRPr lang="en-US"/>
        </a:p>
      </dgm:t>
    </dgm:pt>
    <dgm:pt modelId="{F210434C-FD76-4790-9357-D3519E805375}" type="sibTrans" cxnId="{A5AA898E-5E7F-4820-8E21-09F4C7601C09}">
      <dgm:prSet/>
      <dgm:spPr/>
      <dgm:t>
        <a:bodyPr/>
        <a:lstStyle/>
        <a:p>
          <a:endParaRPr lang="en-US"/>
        </a:p>
      </dgm:t>
    </dgm:pt>
    <dgm:pt modelId="{AF2EEECA-89F0-4C81-8978-EF531DF7F72F}" type="pres">
      <dgm:prSet presAssocID="{CC876B31-07E8-429F-AE36-5CC8B49B7782}" presName="vert0" presStyleCnt="0">
        <dgm:presLayoutVars>
          <dgm:dir/>
          <dgm:animOne val="branch"/>
          <dgm:animLvl val="lvl"/>
        </dgm:presLayoutVars>
      </dgm:prSet>
      <dgm:spPr/>
    </dgm:pt>
    <dgm:pt modelId="{ADAABE76-79CB-43DF-90A5-D7634A87621C}" type="pres">
      <dgm:prSet presAssocID="{99E227D2-BCFB-408A-974B-253018CECA4B}" presName="thickLine" presStyleLbl="alignNode1" presStyleIdx="0" presStyleCnt="6"/>
      <dgm:spPr/>
    </dgm:pt>
    <dgm:pt modelId="{EF86D45D-1DAE-45E4-908D-959AF5A4D1BA}" type="pres">
      <dgm:prSet presAssocID="{99E227D2-BCFB-408A-974B-253018CECA4B}" presName="horz1" presStyleCnt="0"/>
      <dgm:spPr/>
    </dgm:pt>
    <dgm:pt modelId="{B06BA497-9FBC-40CB-A287-0354224C8F53}" type="pres">
      <dgm:prSet presAssocID="{99E227D2-BCFB-408A-974B-253018CECA4B}" presName="tx1" presStyleLbl="revTx" presStyleIdx="0" presStyleCnt="6"/>
      <dgm:spPr/>
    </dgm:pt>
    <dgm:pt modelId="{E773E20D-4BD5-4EAA-8FC6-5C1A37C9A7A3}" type="pres">
      <dgm:prSet presAssocID="{99E227D2-BCFB-408A-974B-253018CECA4B}" presName="vert1" presStyleCnt="0"/>
      <dgm:spPr/>
    </dgm:pt>
    <dgm:pt modelId="{9C3A774B-226E-4789-8C86-42805D558E17}" type="pres">
      <dgm:prSet presAssocID="{DE483FFD-4816-48F2-92FC-6624507E3A3B}" presName="thickLine" presStyleLbl="alignNode1" presStyleIdx="1" presStyleCnt="6"/>
      <dgm:spPr/>
    </dgm:pt>
    <dgm:pt modelId="{F5E25CF9-59CD-4788-A8EB-8DD6F60ED599}" type="pres">
      <dgm:prSet presAssocID="{DE483FFD-4816-48F2-92FC-6624507E3A3B}" presName="horz1" presStyleCnt="0"/>
      <dgm:spPr/>
    </dgm:pt>
    <dgm:pt modelId="{12FE6516-0378-4E15-B3BD-E6E58BA64C5B}" type="pres">
      <dgm:prSet presAssocID="{DE483FFD-4816-48F2-92FC-6624507E3A3B}" presName="tx1" presStyleLbl="revTx" presStyleIdx="1" presStyleCnt="6"/>
      <dgm:spPr/>
    </dgm:pt>
    <dgm:pt modelId="{4215A99D-77FB-45AF-B17C-F39C9F9EE1F0}" type="pres">
      <dgm:prSet presAssocID="{DE483FFD-4816-48F2-92FC-6624507E3A3B}" presName="vert1" presStyleCnt="0"/>
      <dgm:spPr/>
    </dgm:pt>
    <dgm:pt modelId="{5176B220-EBD4-40A3-BE55-2BA92FE6DC6A}" type="pres">
      <dgm:prSet presAssocID="{8BE18A4C-19EB-44D7-9AC4-20CB4286D215}" presName="thickLine" presStyleLbl="alignNode1" presStyleIdx="2" presStyleCnt="6"/>
      <dgm:spPr/>
    </dgm:pt>
    <dgm:pt modelId="{E4A1BF1A-C5D0-48A5-95AF-0E26444CE13D}" type="pres">
      <dgm:prSet presAssocID="{8BE18A4C-19EB-44D7-9AC4-20CB4286D215}" presName="horz1" presStyleCnt="0"/>
      <dgm:spPr/>
    </dgm:pt>
    <dgm:pt modelId="{745A1DE8-C70F-4B00-946A-7A2B55707F33}" type="pres">
      <dgm:prSet presAssocID="{8BE18A4C-19EB-44D7-9AC4-20CB4286D215}" presName="tx1" presStyleLbl="revTx" presStyleIdx="2" presStyleCnt="6"/>
      <dgm:spPr/>
    </dgm:pt>
    <dgm:pt modelId="{0B189E58-0E46-4848-9327-92A6824F4878}" type="pres">
      <dgm:prSet presAssocID="{8BE18A4C-19EB-44D7-9AC4-20CB4286D215}" presName="vert1" presStyleCnt="0"/>
      <dgm:spPr/>
    </dgm:pt>
    <dgm:pt modelId="{583D4634-C219-4863-8566-13353F4A5927}" type="pres">
      <dgm:prSet presAssocID="{592EA65F-37B2-41B0-83AC-8E16443CB2B9}" presName="thickLine" presStyleLbl="alignNode1" presStyleIdx="3" presStyleCnt="6"/>
      <dgm:spPr/>
    </dgm:pt>
    <dgm:pt modelId="{93B9741C-7958-4DD2-B62E-BFC86A7AE696}" type="pres">
      <dgm:prSet presAssocID="{592EA65F-37B2-41B0-83AC-8E16443CB2B9}" presName="horz1" presStyleCnt="0"/>
      <dgm:spPr/>
    </dgm:pt>
    <dgm:pt modelId="{2A3F9233-0E11-4286-B4AB-9BDF145B9255}" type="pres">
      <dgm:prSet presAssocID="{592EA65F-37B2-41B0-83AC-8E16443CB2B9}" presName="tx1" presStyleLbl="revTx" presStyleIdx="3" presStyleCnt="6"/>
      <dgm:spPr/>
    </dgm:pt>
    <dgm:pt modelId="{891CDAA2-C7BB-4B4E-A5C6-E38F057E3CFA}" type="pres">
      <dgm:prSet presAssocID="{592EA65F-37B2-41B0-83AC-8E16443CB2B9}" presName="vert1" presStyleCnt="0"/>
      <dgm:spPr/>
    </dgm:pt>
    <dgm:pt modelId="{4F24D6B8-46CF-4025-B3EE-2D5FDCB02B79}" type="pres">
      <dgm:prSet presAssocID="{BECFFB39-544D-40A5-8E37-1DB05C0C4109}" presName="thickLine" presStyleLbl="alignNode1" presStyleIdx="4" presStyleCnt="6"/>
      <dgm:spPr/>
    </dgm:pt>
    <dgm:pt modelId="{FED3C60E-1907-41E5-8071-FE6186E26FEA}" type="pres">
      <dgm:prSet presAssocID="{BECFFB39-544D-40A5-8E37-1DB05C0C4109}" presName="horz1" presStyleCnt="0"/>
      <dgm:spPr/>
    </dgm:pt>
    <dgm:pt modelId="{E3FFC05F-9D74-42A2-A4AA-AA732BB002F9}" type="pres">
      <dgm:prSet presAssocID="{BECFFB39-544D-40A5-8E37-1DB05C0C4109}" presName="tx1" presStyleLbl="revTx" presStyleIdx="4" presStyleCnt="6"/>
      <dgm:spPr/>
    </dgm:pt>
    <dgm:pt modelId="{90DE9656-6839-4702-9B88-537547104510}" type="pres">
      <dgm:prSet presAssocID="{BECFFB39-544D-40A5-8E37-1DB05C0C4109}" presName="vert1" presStyleCnt="0"/>
      <dgm:spPr/>
    </dgm:pt>
    <dgm:pt modelId="{35FF53B5-4848-414D-BCFD-6D2D8D5A9DEA}" type="pres">
      <dgm:prSet presAssocID="{0E63B4B8-0F9D-49AA-B6CD-6FD59086450F}" presName="thickLine" presStyleLbl="alignNode1" presStyleIdx="5" presStyleCnt="6"/>
      <dgm:spPr/>
    </dgm:pt>
    <dgm:pt modelId="{5F58268A-0D57-4457-9A77-749FCD3AEAC3}" type="pres">
      <dgm:prSet presAssocID="{0E63B4B8-0F9D-49AA-B6CD-6FD59086450F}" presName="horz1" presStyleCnt="0"/>
      <dgm:spPr/>
    </dgm:pt>
    <dgm:pt modelId="{95BFEDB5-1295-4065-9A7E-52B6CB818377}" type="pres">
      <dgm:prSet presAssocID="{0E63B4B8-0F9D-49AA-B6CD-6FD59086450F}" presName="tx1" presStyleLbl="revTx" presStyleIdx="5" presStyleCnt="6"/>
      <dgm:spPr/>
    </dgm:pt>
    <dgm:pt modelId="{FABB34D2-94C3-485E-97EF-B1B2540500AA}" type="pres">
      <dgm:prSet presAssocID="{0E63B4B8-0F9D-49AA-B6CD-6FD59086450F}" presName="vert1" presStyleCnt="0"/>
      <dgm:spPr/>
    </dgm:pt>
  </dgm:ptLst>
  <dgm:cxnLst>
    <dgm:cxn modelId="{0719944D-4D36-4108-9BBE-1CB21163BF13}" type="presOf" srcId="{CC876B31-07E8-429F-AE36-5CC8B49B7782}" destId="{AF2EEECA-89F0-4C81-8978-EF531DF7F72F}" srcOrd="0" destOrd="0" presId="urn:microsoft.com/office/officeart/2008/layout/LinedList"/>
    <dgm:cxn modelId="{B1D0AE54-3141-4567-B42D-45FD9AF566D4}" srcId="{CC876B31-07E8-429F-AE36-5CC8B49B7782}" destId="{BECFFB39-544D-40A5-8E37-1DB05C0C4109}" srcOrd="4" destOrd="0" parTransId="{4309729B-3966-4B5F-B52F-9331A0A1652C}" sibTransId="{FAED2ADA-A879-4A3D-A33E-28864BD3EC88}"/>
    <dgm:cxn modelId="{4F2A7057-4489-4318-ADC8-6CB8BD9AE4C4}" srcId="{CC876B31-07E8-429F-AE36-5CC8B49B7782}" destId="{592EA65F-37B2-41B0-83AC-8E16443CB2B9}" srcOrd="3" destOrd="0" parTransId="{EFCD8526-C00D-421A-8286-410E36F06170}" sibTransId="{1809B0C1-62AD-4C18-9845-66E2E981A19C}"/>
    <dgm:cxn modelId="{A3C7F685-5A10-4C40-9E4C-56589AFF0597}" srcId="{CC876B31-07E8-429F-AE36-5CC8B49B7782}" destId="{8BE18A4C-19EB-44D7-9AC4-20CB4286D215}" srcOrd="2" destOrd="0" parTransId="{78B1E43F-6EDB-48F5-A414-2567B45F140D}" sibTransId="{A35CCCC6-D358-494B-A33C-3F0A85FFE8F4}"/>
    <dgm:cxn modelId="{67B87B88-E56F-4536-9298-603468938218}" type="presOf" srcId="{BECFFB39-544D-40A5-8E37-1DB05C0C4109}" destId="{E3FFC05F-9D74-42A2-A4AA-AA732BB002F9}" srcOrd="0" destOrd="0" presId="urn:microsoft.com/office/officeart/2008/layout/LinedList"/>
    <dgm:cxn modelId="{A5AA898E-5E7F-4820-8E21-09F4C7601C09}" srcId="{CC876B31-07E8-429F-AE36-5CC8B49B7782}" destId="{0E63B4B8-0F9D-49AA-B6CD-6FD59086450F}" srcOrd="5" destOrd="0" parTransId="{BE96D360-DF3F-43A3-8985-482FA8C9396C}" sibTransId="{F210434C-FD76-4790-9357-D3519E805375}"/>
    <dgm:cxn modelId="{08B92B9B-A39D-4F6E-B474-1D37C0FB83B6}" srcId="{CC876B31-07E8-429F-AE36-5CC8B49B7782}" destId="{99E227D2-BCFB-408A-974B-253018CECA4B}" srcOrd="0" destOrd="0" parTransId="{8C4B98FF-AE4D-4AFC-B96D-A391669BF64A}" sibTransId="{23152D0C-2573-430B-ABE9-93215194FE40}"/>
    <dgm:cxn modelId="{41897DAE-E7A2-4E39-938B-B36DBAD9987D}" type="presOf" srcId="{0E63B4B8-0F9D-49AA-B6CD-6FD59086450F}" destId="{95BFEDB5-1295-4065-9A7E-52B6CB818377}" srcOrd="0" destOrd="0" presId="urn:microsoft.com/office/officeart/2008/layout/LinedList"/>
    <dgm:cxn modelId="{1FDDD7B2-F24B-4496-8404-1D9EB48315EA}" type="presOf" srcId="{99E227D2-BCFB-408A-974B-253018CECA4B}" destId="{B06BA497-9FBC-40CB-A287-0354224C8F53}" srcOrd="0" destOrd="0" presId="urn:microsoft.com/office/officeart/2008/layout/LinedList"/>
    <dgm:cxn modelId="{F3BF86B9-CBDA-43E7-80D3-8E3605A28794}" type="presOf" srcId="{DE483FFD-4816-48F2-92FC-6624507E3A3B}" destId="{12FE6516-0378-4E15-B3BD-E6E58BA64C5B}" srcOrd="0" destOrd="0" presId="urn:microsoft.com/office/officeart/2008/layout/LinedList"/>
    <dgm:cxn modelId="{AAFBA1D9-11AA-46BA-BB5F-37A8E9F52F86}" type="presOf" srcId="{8BE18A4C-19EB-44D7-9AC4-20CB4286D215}" destId="{745A1DE8-C70F-4B00-946A-7A2B55707F33}" srcOrd="0" destOrd="0" presId="urn:microsoft.com/office/officeart/2008/layout/LinedList"/>
    <dgm:cxn modelId="{F95B9DE9-4DA8-4DC3-828A-C14556C20C75}" type="presOf" srcId="{592EA65F-37B2-41B0-83AC-8E16443CB2B9}" destId="{2A3F9233-0E11-4286-B4AB-9BDF145B9255}" srcOrd="0" destOrd="0" presId="urn:microsoft.com/office/officeart/2008/layout/LinedList"/>
    <dgm:cxn modelId="{FCF039FA-7062-48B8-9B42-98D680099F13}" srcId="{CC876B31-07E8-429F-AE36-5CC8B49B7782}" destId="{DE483FFD-4816-48F2-92FC-6624507E3A3B}" srcOrd="1" destOrd="0" parTransId="{C14B26C6-FF1B-43B7-BB29-04A539EA5431}" sibTransId="{7DF51619-D547-4B62-8D69-B6356767A571}"/>
    <dgm:cxn modelId="{A4EBEBF0-F21B-474F-AF30-7E5E6A850E69}" type="presParOf" srcId="{AF2EEECA-89F0-4C81-8978-EF531DF7F72F}" destId="{ADAABE76-79CB-43DF-90A5-D7634A87621C}" srcOrd="0" destOrd="0" presId="urn:microsoft.com/office/officeart/2008/layout/LinedList"/>
    <dgm:cxn modelId="{CD93526A-3EF9-46B3-AE5A-6D2BFFC83426}" type="presParOf" srcId="{AF2EEECA-89F0-4C81-8978-EF531DF7F72F}" destId="{EF86D45D-1DAE-45E4-908D-959AF5A4D1BA}" srcOrd="1" destOrd="0" presId="urn:microsoft.com/office/officeart/2008/layout/LinedList"/>
    <dgm:cxn modelId="{9E9E5290-696E-407F-812B-1F0C265C1AC6}" type="presParOf" srcId="{EF86D45D-1DAE-45E4-908D-959AF5A4D1BA}" destId="{B06BA497-9FBC-40CB-A287-0354224C8F53}" srcOrd="0" destOrd="0" presId="urn:microsoft.com/office/officeart/2008/layout/LinedList"/>
    <dgm:cxn modelId="{EF9C2E1B-26E8-4C9E-B7E3-F296371158E6}" type="presParOf" srcId="{EF86D45D-1DAE-45E4-908D-959AF5A4D1BA}" destId="{E773E20D-4BD5-4EAA-8FC6-5C1A37C9A7A3}" srcOrd="1" destOrd="0" presId="urn:microsoft.com/office/officeart/2008/layout/LinedList"/>
    <dgm:cxn modelId="{538EC42A-BDDC-4078-BAD5-40DFF46F1E84}" type="presParOf" srcId="{AF2EEECA-89F0-4C81-8978-EF531DF7F72F}" destId="{9C3A774B-226E-4789-8C86-42805D558E17}" srcOrd="2" destOrd="0" presId="urn:microsoft.com/office/officeart/2008/layout/LinedList"/>
    <dgm:cxn modelId="{8FC296A9-71AC-4B9F-A1BE-3F881543A49F}" type="presParOf" srcId="{AF2EEECA-89F0-4C81-8978-EF531DF7F72F}" destId="{F5E25CF9-59CD-4788-A8EB-8DD6F60ED599}" srcOrd="3" destOrd="0" presId="urn:microsoft.com/office/officeart/2008/layout/LinedList"/>
    <dgm:cxn modelId="{6E275AB6-EB33-4727-812E-B847C9B52BEE}" type="presParOf" srcId="{F5E25CF9-59CD-4788-A8EB-8DD6F60ED599}" destId="{12FE6516-0378-4E15-B3BD-E6E58BA64C5B}" srcOrd="0" destOrd="0" presId="urn:microsoft.com/office/officeart/2008/layout/LinedList"/>
    <dgm:cxn modelId="{771A15E8-BCBC-4647-9638-E7A018EADF75}" type="presParOf" srcId="{F5E25CF9-59CD-4788-A8EB-8DD6F60ED599}" destId="{4215A99D-77FB-45AF-B17C-F39C9F9EE1F0}" srcOrd="1" destOrd="0" presId="urn:microsoft.com/office/officeart/2008/layout/LinedList"/>
    <dgm:cxn modelId="{3DD8F13A-322E-4B2B-ACD0-756296017069}" type="presParOf" srcId="{AF2EEECA-89F0-4C81-8978-EF531DF7F72F}" destId="{5176B220-EBD4-40A3-BE55-2BA92FE6DC6A}" srcOrd="4" destOrd="0" presId="urn:microsoft.com/office/officeart/2008/layout/LinedList"/>
    <dgm:cxn modelId="{F83193CA-33C0-4DBC-B53D-806990E85E6C}" type="presParOf" srcId="{AF2EEECA-89F0-4C81-8978-EF531DF7F72F}" destId="{E4A1BF1A-C5D0-48A5-95AF-0E26444CE13D}" srcOrd="5" destOrd="0" presId="urn:microsoft.com/office/officeart/2008/layout/LinedList"/>
    <dgm:cxn modelId="{F1067194-043D-46B8-AF54-74E70CAC9556}" type="presParOf" srcId="{E4A1BF1A-C5D0-48A5-95AF-0E26444CE13D}" destId="{745A1DE8-C70F-4B00-946A-7A2B55707F33}" srcOrd="0" destOrd="0" presId="urn:microsoft.com/office/officeart/2008/layout/LinedList"/>
    <dgm:cxn modelId="{63DC8B60-91A7-4382-B500-1F4A3C707C4C}" type="presParOf" srcId="{E4A1BF1A-C5D0-48A5-95AF-0E26444CE13D}" destId="{0B189E58-0E46-4848-9327-92A6824F4878}" srcOrd="1" destOrd="0" presId="urn:microsoft.com/office/officeart/2008/layout/LinedList"/>
    <dgm:cxn modelId="{6C030C78-DD80-4621-810F-2CE9AAE5E849}" type="presParOf" srcId="{AF2EEECA-89F0-4C81-8978-EF531DF7F72F}" destId="{583D4634-C219-4863-8566-13353F4A5927}" srcOrd="6" destOrd="0" presId="urn:microsoft.com/office/officeart/2008/layout/LinedList"/>
    <dgm:cxn modelId="{2299F998-EF22-4C29-974A-D65373D27014}" type="presParOf" srcId="{AF2EEECA-89F0-4C81-8978-EF531DF7F72F}" destId="{93B9741C-7958-4DD2-B62E-BFC86A7AE696}" srcOrd="7" destOrd="0" presId="urn:microsoft.com/office/officeart/2008/layout/LinedList"/>
    <dgm:cxn modelId="{6B81CC86-163F-4291-9FA7-775E303D5CBF}" type="presParOf" srcId="{93B9741C-7958-4DD2-B62E-BFC86A7AE696}" destId="{2A3F9233-0E11-4286-B4AB-9BDF145B9255}" srcOrd="0" destOrd="0" presId="urn:microsoft.com/office/officeart/2008/layout/LinedList"/>
    <dgm:cxn modelId="{32CB7F47-B7B6-4FDE-A3E0-2905DB32B6C2}" type="presParOf" srcId="{93B9741C-7958-4DD2-B62E-BFC86A7AE696}" destId="{891CDAA2-C7BB-4B4E-A5C6-E38F057E3CFA}" srcOrd="1" destOrd="0" presId="urn:microsoft.com/office/officeart/2008/layout/LinedList"/>
    <dgm:cxn modelId="{AA322431-2211-4DB2-9091-5CB620A3B058}" type="presParOf" srcId="{AF2EEECA-89F0-4C81-8978-EF531DF7F72F}" destId="{4F24D6B8-46CF-4025-B3EE-2D5FDCB02B79}" srcOrd="8" destOrd="0" presId="urn:microsoft.com/office/officeart/2008/layout/LinedList"/>
    <dgm:cxn modelId="{27B317D0-CC2C-47F8-B672-EFF77427C1DA}" type="presParOf" srcId="{AF2EEECA-89F0-4C81-8978-EF531DF7F72F}" destId="{FED3C60E-1907-41E5-8071-FE6186E26FEA}" srcOrd="9" destOrd="0" presId="urn:microsoft.com/office/officeart/2008/layout/LinedList"/>
    <dgm:cxn modelId="{FF4DEB65-74A5-43EE-B98D-7A17D5706272}" type="presParOf" srcId="{FED3C60E-1907-41E5-8071-FE6186E26FEA}" destId="{E3FFC05F-9D74-42A2-A4AA-AA732BB002F9}" srcOrd="0" destOrd="0" presId="urn:microsoft.com/office/officeart/2008/layout/LinedList"/>
    <dgm:cxn modelId="{29586495-896A-473E-B28A-513D483B3C5D}" type="presParOf" srcId="{FED3C60E-1907-41E5-8071-FE6186E26FEA}" destId="{90DE9656-6839-4702-9B88-537547104510}" srcOrd="1" destOrd="0" presId="urn:microsoft.com/office/officeart/2008/layout/LinedList"/>
    <dgm:cxn modelId="{195CB2E7-10D6-45FA-BAA4-F10ADDA44020}" type="presParOf" srcId="{AF2EEECA-89F0-4C81-8978-EF531DF7F72F}" destId="{35FF53B5-4848-414D-BCFD-6D2D8D5A9DEA}" srcOrd="10" destOrd="0" presId="urn:microsoft.com/office/officeart/2008/layout/LinedList"/>
    <dgm:cxn modelId="{7321C54C-AF8A-4557-B492-E78BF1BD1D7C}" type="presParOf" srcId="{AF2EEECA-89F0-4C81-8978-EF531DF7F72F}" destId="{5F58268A-0D57-4457-9A77-749FCD3AEAC3}" srcOrd="11" destOrd="0" presId="urn:microsoft.com/office/officeart/2008/layout/LinedList"/>
    <dgm:cxn modelId="{CBE2D754-6B8D-4C59-ABB0-5D234004DA5A}" type="presParOf" srcId="{5F58268A-0D57-4457-9A77-749FCD3AEAC3}" destId="{95BFEDB5-1295-4065-9A7E-52B6CB818377}" srcOrd="0" destOrd="0" presId="urn:microsoft.com/office/officeart/2008/layout/LinedList"/>
    <dgm:cxn modelId="{23DE1137-BA1A-489D-BCAA-670134EADD79}" type="presParOf" srcId="{5F58268A-0D57-4457-9A77-749FCD3AEAC3}" destId="{FABB34D2-94C3-485E-97EF-B1B2540500AA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A1C2D9B-72F0-4590-B9E6-4DF3CD8D01A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5222D926-9DEB-474D-9C8A-2BDF79955020}">
      <dgm:prSet/>
      <dgm:spPr/>
      <dgm:t>
        <a:bodyPr/>
        <a:lstStyle/>
        <a:p>
          <a:r>
            <a:rPr lang="en-US"/>
            <a:t>Authentication Security:</a:t>
          </a:r>
        </a:p>
      </dgm:t>
    </dgm:pt>
    <dgm:pt modelId="{D6673176-99DF-4B3A-B489-1CC5BFFE84B4}" type="parTrans" cxnId="{3CAADEA8-89EB-4900-8563-979883F0D310}">
      <dgm:prSet/>
      <dgm:spPr/>
      <dgm:t>
        <a:bodyPr/>
        <a:lstStyle/>
        <a:p>
          <a:endParaRPr lang="en-US"/>
        </a:p>
      </dgm:t>
    </dgm:pt>
    <dgm:pt modelId="{11FC184F-2053-4BBD-8267-C27B73D01B89}" type="sibTrans" cxnId="{3CAADEA8-89EB-4900-8563-979883F0D310}">
      <dgm:prSet/>
      <dgm:spPr/>
      <dgm:t>
        <a:bodyPr/>
        <a:lstStyle/>
        <a:p>
          <a:endParaRPr lang="en-US"/>
        </a:p>
      </dgm:t>
    </dgm:pt>
    <dgm:pt modelId="{2528DB8B-78A6-47C9-81C3-FCA65E3BFD0F}">
      <dgm:prSet/>
      <dgm:spPr/>
      <dgm:t>
        <a:bodyPr/>
        <a:lstStyle/>
        <a:p>
          <a:r>
            <a:rPr lang="en-US"/>
            <a:t>🔒 Password Hashing: bcrypt with salt</a:t>
          </a:r>
        </a:p>
      </dgm:t>
    </dgm:pt>
    <dgm:pt modelId="{0AF25F9A-0208-4927-A8F2-8B122F967FC7}" type="parTrans" cxnId="{E8B0FD7E-1347-4CF2-8067-E085AE0D930A}">
      <dgm:prSet/>
      <dgm:spPr/>
      <dgm:t>
        <a:bodyPr/>
        <a:lstStyle/>
        <a:p>
          <a:endParaRPr lang="en-US"/>
        </a:p>
      </dgm:t>
    </dgm:pt>
    <dgm:pt modelId="{79BD2D83-89AA-44D0-98EB-29451E6D4914}" type="sibTrans" cxnId="{E8B0FD7E-1347-4CF2-8067-E085AE0D930A}">
      <dgm:prSet/>
      <dgm:spPr/>
      <dgm:t>
        <a:bodyPr/>
        <a:lstStyle/>
        <a:p>
          <a:endParaRPr lang="en-US"/>
        </a:p>
      </dgm:t>
    </dgm:pt>
    <dgm:pt modelId="{460C74AA-8BAF-4CD1-B2E9-F22DCFCDE9E6}">
      <dgm:prSet/>
      <dgm:spPr/>
      <dgm:t>
        <a:bodyPr/>
        <a:lstStyle/>
        <a:p>
          <a:r>
            <a:rPr lang="en-US"/>
            <a:t>🎫 JWT Tokens: 7-day expiration</a:t>
          </a:r>
        </a:p>
      </dgm:t>
    </dgm:pt>
    <dgm:pt modelId="{879DF9EE-38E7-4D6E-9E0F-8F48AACFC8D1}" type="parTrans" cxnId="{9105A071-4ED1-498A-96A8-B162B3C9539D}">
      <dgm:prSet/>
      <dgm:spPr/>
      <dgm:t>
        <a:bodyPr/>
        <a:lstStyle/>
        <a:p>
          <a:endParaRPr lang="en-US"/>
        </a:p>
      </dgm:t>
    </dgm:pt>
    <dgm:pt modelId="{127E3DD3-625F-4E82-92AC-CC9FC34027FD}" type="sibTrans" cxnId="{9105A071-4ED1-498A-96A8-B162B3C9539D}">
      <dgm:prSet/>
      <dgm:spPr/>
      <dgm:t>
        <a:bodyPr/>
        <a:lstStyle/>
        <a:p>
          <a:endParaRPr lang="en-US"/>
        </a:p>
      </dgm:t>
    </dgm:pt>
    <dgm:pt modelId="{60B02129-4145-41EB-989C-A8CD2D7B3977}">
      <dgm:prSet/>
      <dgm:spPr/>
      <dgm:t>
        <a:bodyPr/>
        <a:lstStyle/>
        <a:p>
          <a:r>
            <a:rPr lang="en-US"/>
            <a:t>🛡️ Token Validation: Signature verification</a:t>
          </a:r>
        </a:p>
      </dgm:t>
    </dgm:pt>
    <dgm:pt modelId="{68637BCC-4186-4EFC-A0FA-EFE89115B3F3}" type="parTrans" cxnId="{881491E7-1673-4675-86DA-F0C7D9FFD689}">
      <dgm:prSet/>
      <dgm:spPr/>
      <dgm:t>
        <a:bodyPr/>
        <a:lstStyle/>
        <a:p>
          <a:endParaRPr lang="en-US"/>
        </a:p>
      </dgm:t>
    </dgm:pt>
    <dgm:pt modelId="{8DF90BBA-D890-4C39-842D-712542A5FFFF}" type="sibTrans" cxnId="{881491E7-1673-4675-86DA-F0C7D9FFD689}">
      <dgm:prSet/>
      <dgm:spPr/>
      <dgm:t>
        <a:bodyPr/>
        <a:lstStyle/>
        <a:p>
          <a:endParaRPr lang="en-US"/>
        </a:p>
      </dgm:t>
    </dgm:pt>
    <dgm:pt modelId="{1E64A1F1-29CA-4A8F-A4EA-DE627ABD8320}">
      <dgm:prSet/>
      <dgm:spPr/>
      <dgm:t>
        <a:bodyPr/>
        <a:lstStyle/>
        <a:p>
          <a:r>
            <a:rPr lang="en-US"/>
            <a:t>🔐 Session Management: Secure token storage</a:t>
          </a:r>
        </a:p>
      </dgm:t>
    </dgm:pt>
    <dgm:pt modelId="{0A7AEFBF-7A8D-44E2-B9F0-6E7519EFDC93}" type="parTrans" cxnId="{4A65CA08-07EF-46D8-9E20-3CF466DB915D}">
      <dgm:prSet/>
      <dgm:spPr/>
      <dgm:t>
        <a:bodyPr/>
        <a:lstStyle/>
        <a:p>
          <a:endParaRPr lang="en-US"/>
        </a:p>
      </dgm:t>
    </dgm:pt>
    <dgm:pt modelId="{2D358E21-54A8-426D-AD9C-4D0571BD2A90}" type="sibTrans" cxnId="{4A65CA08-07EF-46D8-9E20-3CF466DB915D}">
      <dgm:prSet/>
      <dgm:spPr/>
      <dgm:t>
        <a:bodyPr/>
        <a:lstStyle/>
        <a:p>
          <a:endParaRPr lang="en-US"/>
        </a:p>
      </dgm:t>
    </dgm:pt>
    <dgm:pt modelId="{3930BD6E-EBB9-42CA-A9E3-FB391756BDCB}">
      <dgm:prSet/>
      <dgm:spPr/>
      <dgm:t>
        <a:bodyPr/>
        <a:lstStyle/>
        <a:p>
          <a:r>
            <a:rPr lang="en-US"/>
            <a:t>🚫 Error Handling: No information leakage</a:t>
          </a:r>
        </a:p>
      </dgm:t>
    </dgm:pt>
    <dgm:pt modelId="{36AEA204-0BF7-4040-BDFF-8B1D594EA63E}" type="parTrans" cxnId="{7435A6D6-27D1-41BD-8457-5E043313B2FC}">
      <dgm:prSet/>
      <dgm:spPr/>
      <dgm:t>
        <a:bodyPr/>
        <a:lstStyle/>
        <a:p>
          <a:endParaRPr lang="en-US"/>
        </a:p>
      </dgm:t>
    </dgm:pt>
    <dgm:pt modelId="{357B6175-9850-45C6-9287-187855AC714F}" type="sibTrans" cxnId="{7435A6D6-27D1-41BD-8457-5E043313B2FC}">
      <dgm:prSet/>
      <dgm:spPr/>
      <dgm:t>
        <a:bodyPr/>
        <a:lstStyle/>
        <a:p>
          <a:endParaRPr lang="en-US"/>
        </a:p>
      </dgm:t>
    </dgm:pt>
    <dgm:pt modelId="{FCF4BE45-AC2F-4F6B-AF6F-53463D224C98}">
      <dgm:prSet/>
      <dgm:spPr/>
      <dgm:t>
        <a:bodyPr/>
        <a:lstStyle/>
        <a:p>
          <a:r>
            <a:rPr lang="en-US"/>
            <a:t>Data Security:</a:t>
          </a:r>
        </a:p>
      </dgm:t>
    </dgm:pt>
    <dgm:pt modelId="{F620F984-4874-47F4-90DD-286E2BEE1D16}" type="parTrans" cxnId="{3BBAEF0D-A165-47EE-83C2-FF38D32B8854}">
      <dgm:prSet/>
      <dgm:spPr/>
      <dgm:t>
        <a:bodyPr/>
        <a:lstStyle/>
        <a:p>
          <a:endParaRPr lang="en-US"/>
        </a:p>
      </dgm:t>
    </dgm:pt>
    <dgm:pt modelId="{3F493678-2BE2-44AE-B7F3-DA2E541A9C8D}" type="sibTrans" cxnId="{3BBAEF0D-A165-47EE-83C2-FF38D32B8854}">
      <dgm:prSet/>
      <dgm:spPr/>
      <dgm:t>
        <a:bodyPr/>
        <a:lstStyle/>
        <a:p>
          <a:endParaRPr lang="en-US"/>
        </a:p>
      </dgm:t>
    </dgm:pt>
    <dgm:pt modelId="{75FBAB6E-2C1D-480D-82C2-8017FDE632EF}">
      <dgm:prSet/>
      <dgm:spPr/>
      <dgm:t>
        <a:bodyPr/>
        <a:lstStyle/>
        <a:p>
          <a:r>
            <a:rPr lang="en-US"/>
            <a:t>User data isolation</a:t>
          </a:r>
        </a:p>
      </dgm:t>
    </dgm:pt>
    <dgm:pt modelId="{0B091ECF-3A37-4FF5-924E-58503B996F08}" type="parTrans" cxnId="{4B1002E5-1967-4CFE-A238-2DCC519DCE82}">
      <dgm:prSet/>
      <dgm:spPr/>
      <dgm:t>
        <a:bodyPr/>
        <a:lstStyle/>
        <a:p>
          <a:endParaRPr lang="en-US"/>
        </a:p>
      </dgm:t>
    </dgm:pt>
    <dgm:pt modelId="{CA7F14A6-519D-465E-9392-2BE6586EBD9A}" type="sibTrans" cxnId="{4B1002E5-1967-4CFE-A238-2DCC519DCE82}">
      <dgm:prSet/>
      <dgm:spPr/>
      <dgm:t>
        <a:bodyPr/>
        <a:lstStyle/>
        <a:p>
          <a:endParaRPr lang="en-US"/>
        </a:p>
      </dgm:t>
    </dgm:pt>
    <dgm:pt modelId="{BC9529EA-525A-4595-B04D-4E2660C23477}">
      <dgm:prSet/>
      <dgm:spPr/>
      <dgm:t>
        <a:bodyPr/>
        <a:lstStyle/>
        <a:p>
          <a:r>
            <a:rPr lang="en-US"/>
            <a:t>SQL injection prevention</a:t>
          </a:r>
        </a:p>
      </dgm:t>
    </dgm:pt>
    <dgm:pt modelId="{01EFDCDF-93AF-40F8-929C-D2D5B18A2C59}" type="parTrans" cxnId="{57D164D6-BAA3-4F0E-A8A1-01C68FFE99D4}">
      <dgm:prSet/>
      <dgm:spPr/>
      <dgm:t>
        <a:bodyPr/>
        <a:lstStyle/>
        <a:p>
          <a:endParaRPr lang="en-US"/>
        </a:p>
      </dgm:t>
    </dgm:pt>
    <dgm:pt modelId="{BB181810-9B6D-416C-A6C2-0607706D831C}" type="sibTrans" cxnId="{57D164D6-BAA3-4F0E-A8A1-01C68FFE99D4}">
      <dgm:prSet/>
      <dgm:spPr/>
      <dgm:t>
        <a:bodyPr/>
        <a:lstStyle/>
        <a:p>
          <a:endParaRPr lang="en-US"/>
        </a:p>
      </dgm:t>
    </dgm:pt>
    <dgm:pt modelId="{DDDC9E9D-C653-460B-B322-C038F0032FCE}">
      <dgm:prSet/>
      <dgm:spPr/>
      <dgm:t>
        <a:bodyPr/>
        <a:lstStyle/>
        <a:p>
          <a:r>
            <a:rPr lang="en-US"/>
            <a:t>Input validation</a:t>
          </a:r>
        </a:p>
      </dgm:t>
    </dgm:pt>
    <dgm:pt modelId="{D66C9D8F-1A1F-43EE-9675-A77102F21ECB}" type="parTrans" cxnId="{A565798E-932B-400B-949D-4DF6B10F1320}">
      <dgm:prSet/>
      <dgm:spPr/>
      <dgm:t>
        <a:bodyPr/>
        <a:lstStyle/>
        <a:p>
          <a:endParaRPr lang="en-US"/>
        </a:p>
      </dgm:t>
    </dgm:pt>
    <dgm:pt modelId="{ECE43C0A-6BA5-40BA-A0AA-3260039CC561}" type="sibTrans" cxnId="{A565798E-932B-400B-949D-4DF6B10F1320}">
      <dgm:prSet/>
      <dgm:spPr/>
      <dgm:t>
        <a:bodyPr/>
        <a:lstStyle/>
        <a:p>
          <a:endParaRPr lang="en-US"/>
        </a:p>
      </dgm:t>
    </dgm:pt>
    <dgm:pt modelId="{C5F019F1-EF52-48A1-92C6-82B08A5B36A4}">
      <dgm:prSet/>
      <dgm:spPr/>
      <dgm:t>
        <a:bodyPr/>
        <a:lstStyle/>
        <a:p>
          <a:r>
            <a:rPr lang="en-US"/>
            <a:t>Secure API endpoints</a:t>
          </a:r>
        </a:p>
      </dgm:t>
    </dgm:pt>
    <dgm:pt modelId="{5B66853C-9D96-4FBC-9A50-891C434295A0}" type="parTrans" cxnId="{9FEA6696-DBB9-4B3F-A164-F73D248A7D00}">
      <dgm:prSet/>
      <dgm:spPr/>
      <dgm:t>
        <a:bodyPr/>
        <a:lstStyle/>
        <a:p>
          <a:endParaRPr lang="en-US"/>
        </a:p>
      </dgm:t>
    </dgm:pt>
    <dgm:pt modelId="{156D6237-8233-4171-BBBB-5EB30C4FEC0B}" type="sibTrans" cxnId="{9FEA6696-DBB9-4B3F-A164-F73D248A7D00}">
      <dgm:prSet/>
      <dgm:spPr/>
      <dgm:t>
        <a:bodyPr/>
        <a:lstStyle/>
        <a:p>
          <a:endParaRPr lang="en-US"/>
        </a:p>
      </dgm:t>
    </dgm:pt>
    <dgm:pt modelId="{AD43646A-3D01-43D0-8A93-AE81B38DCF2A}" type="pres">
      <dgm:prSet presAssocID="{4A1C2D9B-72F0-4590-B9E6-4DF3CD8D01A7}" presName="linear" presStyleCnt="0">
        <dgm:presLayoutVars>
          <dgm:animLvl val="lvl"/>
          <dgm:resizeHandles val="exact"/>
        </dgm:presLayoutVars>
      </dgm:prSet>
      <dgm:spPr/>
    </dgm:pt>
    <dgm:pt modelId="{7139103D-754C-464C-8C58-FCC68D85B572}" type="pres">
      <dgm:prSet presAssocID="{5222D926-9DEB-474D-9C8A-2BDF79955020}" presName="parentText" presStyleLbl="node1" presStyleIdx="0" presStyleCnt="11">
        <dgm:presLayoutVars>
          <dgm:chMax val="0"/>
          <dgm:bulletEnabled val="1"/>
        </dgm:presLayoutVars>
      </dgm:prSet>
      <dgm:spPr/>
    </dgm:pt>
    <dgm:pt modelId="{BA3A8721-248E-43C1-BA30-1AD73894690D}" type="pres">
      <dgm:prSet presAssocID="{11FC184F-2053-4BBD-8267-C27B73D01B89}" presName="spacer" presStyleCnt="0"/>
      <dgm:spPr/>
    </dgm:pt>
    <dgm:pt modelId="{F8A2F2FB-B4EF-4F7F-AE11-87FD34549288}" type="pres">
      <dgm:prSet presAssocID="{2528DB8B-78A6-47C9-81C3-FCA65E3BFD0F}" presName="parentText" presStyleLbl="node1" presStyleIdx="1" presStyleCnt="11">
        <dgm:presLayoutVars>
          <dgm:chMax val="0"/>
          <dgm:bulletEnabled val="1"/>
        </dgm:presLayoutVars>
      </dgm:prSet>
      <dgm:spPr/>
    </dgm:pt>
    <dgm:pt modelId="{6884634B-7907-4686-BF0F-BBC81F95B520}" type="pres">
      <dgm:prSet presAssocID="{79BD2D83-89AA-44D0-98EB-29451E6D4914}" presName="spacer" presStyleCnt="0"/>
      <dgm:spPr/>
    </dgm:pt>
    <dgm:pt modelId="{9A4015E4-9C80-4F00-9BBB-B6F8BF6B3EBC}" type="pres">
      <dgm:prSet presAssocID="{460C74AA-8BAF-4CD1-B2E9-F22DCFCDE9E6}" presName="parentText" presStyleLbl="node1" presStyleIdx="2" presStyleCnt="11">
        <dgm:presLayoutVars>
          <dgm:chMax val="0"/>
          <dgm:bulletEnabled val="1"/>
        </dgm:presLayoutVars>
      </dgm:prSet>
      <dgm:spPr/>
    </dgm:pt>
    <dgm:pt modelId="{340C7587-E408-4DA4-8952-35DD8F2F351D}" type="pres">
      <dgm:prSet presAssocID="{127E3DD3-625F-4E82-92AC-CC9FC34027FD}" presName="spacer" presStyleCnt="0"/>
      <dgm:spPr/>
    </dgm:pt>
    <dgm:pt modelId="{F9A5CC9F-F21F-4985-B7D6-23C68BFDE94D}" type="pres">
      <dgm:prSet presAssocID="{60B02129-4145-41EB-989C-A8CD2D7B3977}" presName="parentText" presStyleLbl="node1" presStyleIdx="3" presStyleCnt="11">
        <dgm:presLayoutVars>
          <dgm:chMax val="0"/>
          <dgm:bulletEnabled val="1"/>
        </dgm:presLayoutVars>
      </dgm:prSet>
      <dgm:spPr/>
    </dgm:pt>
    <dgm:pt modelId="{57AAC3C3-3A8D-4317-AE94-305A5837DB08}" type="pres">
      <dgm:prSet presAssocID="{8DF90BBA-D890-4C39-842D-712542A5FFFF}" presName="spacer" presStyleCnt="0"/>
      <dgm:spPr/>
    </dgm:pt>
    <dgm:pt modelId="{B0DD8BF2-0080-400B-A296-1C4B70F3E859}" type="pres">
      <dgm:prSet presAssocID="{1E64A1F1-29CA-4A8F-A4EA-DE627ABD8320}" presName="parentText" presStyleLbl="node1" presStyleIdx="4" presStyleCnt="11">
        <dgm:presLayoutVars>
          <dgm:chMax val="0"/>
          <dgm:bulletEnabled val="1"/>
        </dgm:presLayoutVars>
      </dgm:prSet>
      <dgm:spPr/>
    </dgm:pt>
    <dgm:pt modelId="{BE911689-4D22-4D23-B3D5-1431F999B6FF}" type="pres">
      <dgm:prSet presAssocID="{2D358E21-54A8-426D-AD9C-4D0571BD2A90}" presName="spacer" presStyleCnt="0"/>
      <dgm:spPr/>
    </dgm:pt>
    <dgm:pt modelId="{0D59DC45-8C89-4A8F-AE7A-3CEFF05D2C1C}" type="pres">
      <dgm:prSet presAssocID="{3930BD6E-EBB9-42CA-A9E3-FB391756BDCB}" presName="parentText" presStyleLbl="node1" presStyleIdx="5" presStyleCnt="11">
        <dgm:presLayoutVars>
          <dgm:chMax val="0"/>
          <dgm:bulletEnabled val="1"/>
        </dgm:presLayoutVars>
      </dgm:prSet>
      <dgm:spPr/>
    </dgm:pt>
    <dgm:pt modelId="{EC490F14-00AD-4D54-81D9-AB66B4868F63}" type="pres">
      <dgm:prSet presAssocID="{357B6175-9850-45C6-9287-187855AC714F}" presName="spacer" presStyleCnt="0"/>
      <dgm:spPr/>
    </dgm:pt>
    <dgm:pt modelId="{205A7508-0851-482E-BA83-C92ED35CD5DB}" type="pres">
      <dgm:prSet presAssocID="{FCF4BE45-AC2F-4F6B-AF6F-53463D224C98}" presName="parentText" presStyleLbl="node1" presStyleIdx="6" presStyleCnt="11">
        <dgm:presLayoutVars>
          <dgm:chMax val="0"/>
          <dgm:bulletEnabled val="1"/>
        </dgm:presLayoutVars>
      </dgm:prSet>
      <dgm:spPr/>
    </dgm:pt>
    <dgm:pt modelId="{9CD8FC32-283C-426E-87D5-3ABEFB4DD758}" type="pres">
      <dgm:prSet presAssocID="{3F493678-2BE2-44AE-B7F3-DA2E541A9C8D}" presName="spacer" presStyleCnt="0"/>
      <dgm:spPr/>
    </dgm:pt>
    <dgm:pt modelId="{25B69CD1-F96C-4956-BF24-D8090F31E0F4}" type="pres">
      <dgm:prSet presAssocID="{75FBAB6E-2C1D-480D-82C2-8017FDE632EF}" presName="parentText" presStyleLbl="node1" presStyleIdx="7" presStyleCnt="11">
        <dgm:presLayoutVars>
          <dgm:chMax val="0"/>
          <dgm:bulletEnabled val="1"/>
        </dgm:presLayoutVars>
      </dgm:prSet>
      <dgm:spPr/>
    </dgm:pt>
    <dgm:pt modelId="{F528E5BD-6954-4E94-B360-88A6FA428A12}" type="pres">
      <dgm:prSet presAssocID="{CA7F14A6-519D-465E-9392-2BE6586EBD9A}" presName="spacer" presStyleCnt="0"/>
      <dgm:spPr/>
    </dgm:pt>
    <dgm:pt modelId="{D037539A-235C-4F52-8BB4-04A5D92DA315}" type="pres">
      <dgm:prSet presAssocID="{BC9529EA-525A-4595-B04D-4E2660C23477}" presName="parentText" presStyleLbl="node1" presStyleIdx="8" presStyleCnt="11">
        <dgm:presLayoutVars>
          <dgm:chMax val="0"/>
          <dgm:bulletEnabled val="1"/>
        </dgm:presLayoutVars>
      </dgm:prSet>
      <dgm:spPr/>
    </dgm:pt>
    <dgm:pt modelId="{B7A87DF9-DB45-4AC6-89C0-647ABE15B737}" type="pres">
      <dgm:prSet presAssocID="{BB181810-9B6D-416C-A6C2-0607706D831C}" presName="spacer" presStyleCnt="0"/>
      <dgm:spPr/>
    </dgm:pt>
    <dgm:pt modelId="{75B3CCBE-5628-41E3-A90C-9F4FB12D857E}" type="pres">
      <dgm:prSet presAssocID="{DDDC9E9D-C653-460B-B322-C038F0032FCE}" presName="parentText" presStyleLbl="node1" presStyleIdx="9" presStyleCnt="11">
        <dgm:presLayoutVars>
          <dgm:chMax val="0"/>
          <dgm:bulletEnabled val="1"/>
        </dgm:presLayoutVars>
      </dgm:prSet>
      <dgm:spPr/>
    </dgm:pt>
    <dgm:pt modelId="{B9B451DB-5F7C-4631-A455-5528D61B2449}" type="pres">
      <dgm:prSet presAssocID="{ECE43C0A-6BA5-40BA-A0AA-3260039CC561}" presName="spacer" presStyleCnt="0"/>
      <dgm:spPr/>
    </dgm:pt>
    <dgm:pt modelId="{05BA55B9-4383-4C9C-A1BF-B42A02125583}" type="pres">
      <dgm:prSet presAssocID="{C5F019F1-EF52-48A1-92C6-82B08A5B36A4}" presName="parentText" presStyleLbl="node1" presStyleIdx="10" presStyleCnt="11">
        <dgm:presLayoutVars>
          <dgm:chMax val="0"/>
          <dgm:bulletEnabled val="1"/>
        </dgm:presLayoutVars>
      </dgm:prSet>
      <dgm:spPr/>
    </dgm:pt>
  </dgm:ptLst>
  <dgm:cxnLst>
    <dgm:cxn modelId="{4A65CA08-07EF-46D8-9E20-3CF466DB915D}" srcId="{4A1C2D9B-72F0-4590-B9E6-4DF3CD8D01A7}" destId="{1E64A1F1-29CA-4A8F-A4EA-DE627ABD8320}" srcOrd="4" destOrd="0" parTransId="{0A7AEFBF-7A8D-44E2-B9F0-6E7519EFDC93}" sibTransId="{2D358E21-54A8-426D-AD9C-4D0571BD2A90}"/>
    <dgm:cxn modelId="{3BBAEF0D-A165-47EE-83C2-FF38D32B8854}" srcId="{4A1C2D9B-72F0-4590-B9E6-4DF3CD8D01A7}" destId="{FCF4BE45-AC2F-4F6B-AF6F-53463D224C98}" srcOrd="6" destOrd="0" parTransId="{F620F984-4874-47F4-90DD-286E2BEE1D16}" sibTransId="{3F493678-2BE2-44AE-B7F3-DA2E541A9C8D}"/>
    <dgm:cxn modelId="{59F6EF12-BAA3-407A-A193-52F3C5BFC74D}" type="presOf" srcId="{5222D926-9DEB-474D-9C8A-2BDF79955020}" destId="{7139103D-754C-464C-8C58-FCC68D85B572}" srcOrd="0" destOrd="0" presId="urn:microsoft.com/office/officeart/2005/8/layout/vList2"/>
    <dgm:cxn modelId="{7C6FFF25-C87E-4171-A1D0-08830F60F320}" type="presOf" srcId="{2528DB8B-78A6-47C9-81C3-FCA65E3BFD0F}" destId="{F8A2F2FB-B4EF-4F7F-AE11-87FD34549288}" srcOrd="0" destOrd="0" presId="urn:microsoft.com/office/officeart/2005/8/layout/vList2"/>
    <dgm:cxn modelId="{79639C43-F1E4-4F04-945E-061FAA3CEBF7}" type="presOf" srcId="{60B02129-4145-41EB-989C-A8CD2D7B3977}" destId="{F9A5CC9F-F21F-4985-B7D6-23C68BFDE94D}" srcOrd="0" destOrd="0" presId="urn:microsoft.com/office/officeart/2005/8/layout/vList2"/>
    <dgm:cxn modelId="{42994064-7D14-4D12-B996-1F5CE5C32047}" type="presOf" srcId="{460C74AA-8BAF-4CD1-B2E9-F22DCFCDE9E6}" destId="{9A4015E4-9C80-4F00-9BBB-B6F8BF6B3EBC}" srcOrd="0" destOrd="0" presId="urn:microsoft.com/office/officeart/2005/8/layout/vList2"/>
    <dgm:cxn modelId="{EF4DAB65-FE43-48C7-ACFE-18D17511C672}" type="presOf" srcId="{75FBAB6E-2C1D-480D-82C2-8017FDE632EF}" destId="{25B69CD1-F96C-4956-BF24-D8090F31E0F4}" srcOrd="0" destOrd="0" presId="urn:microsoft.com/office/officeart/2005/8/layout/vList2"/>
    <dgm:cxn modelId="{3E95006B-F883-42CB-B680-AC7846CF441C}" type="presOf" srcId="{DDDC9E9D-C653-460B-B322-C038F0032FCE}" destId="{75B3CCBE-5628-41E3-A90C-9F4FB12D857E}" srcOrd="0" destOrd="0" presId="urn:microsoft.com/office/officeart/2005/8/layout/vList2"/>
    <dgm:cxn modelId="{9105A071-4ED1-498A-96A8-B162B3C9539D}" srcId="{4A1C2D9B-72F0-4590-B9E6-4DF3CD8D01A7}" destId="{460C74AA-8BAF-4CD1-B2E9-F22DCFCDE9E6}" srcOrd="2" destOrd="0" parTransId="{879DF9EE-38E7-4D6E-9E0F-8F48AACFC8D1}" sibTransId="{127E3DD3-625F-4E82-92AC-CC9FC34027FD}"/>
    <dgm:cxn modelId="{E8B0FD7E-1347-4CF2-8067-E085AE0D930A}" srcId="{4A1C2D9B-72F0-4590-B9E6-4DF3CD8D01A7}" destId="{2528DB8B-78A6-47C9-81C3-FCA65E3BFD0F}" srcOrd="1" destOrd="0" parTransId="{0AF25F9A-0208-4927-A8F2-8B122F967FC7}" sibTransId="{79BD2D83-89AA-44D0-98EB-29451E6D4914}"/>
    <dgm:cxn modelId="{A565798E-932B-400B-949D-4DF6B10F1320}" srcId="{4A1C2D9B-72F0-4590-B9E6-4DF3CD8D01A7}" destId="{DDDC9E9D-C653-460B-B322-C038F0032FCE}" srcOrd="9" destOrd="0" parTransId="{D66C9D8F-1A1F-43EE-9675-A77102F21ECB}" sibTransId="{ECE43C0A-6BA5-40BA-A0AA-3260039CC561}"/>
    <dgm:cxn modelId="{9FEA6696-DBB9-4B3F-A164-F73D248A7D00}" srcId="{4A1C2D9B-72F0-4590-B9E6-4DF3CD8D01A7}" destId="{C5F019F1-EF52-48A1-92C6-82B08A5B36A4}" srcOrd="10" destOrd="0" parTransId="{5B66853C-9D96-4FBC-9A50-891C434295A0}" sibTransId="{156D6237-8233-4171-BBBB-5EB30C4FEC0B}"/>
    <dgm:cxn modelId="{D9B70A9F-EE6B-4353-BD34-8F1BF7CB1888}" type="presOf" srcId="{C5F019F1-EF52-48A1-92C6-82B08A5B36A4}" destId="{05BA55B9-4383-4C9C-A1BF-B42A02125583}" srcOrd="0" destOrd="0" presId="urn:microsoft.com/office/officeart/2005/8/layout/vList2"/>
    <dgm:cxn modelId="{3CAADEA8-89EB-4900-8563-979883F0D310}" srcId="{4A1C2D9B-72F0-4590-B9E6-4DF3CD8D01A7}" destId="{5222D926-9DEB-474D-9C8A-2BDF79955020}" srcOrd="0" destOrd="0" parTransId="{D6673176-99DF-4B3A-B489-1CC5BFFE84B4}" sibTransId="{11FC184F-2053-4BBD-8267-C27B73D01B89}"/>
    <dgm:cxn modelId="{284D3AA9-131A-47D4-B2B0-943CADD874B2}" type="presOf" srcId="{1E64A1F1-29CA-4A8F-A4EA-DE627ABD8320}" destId="{B0DD8BF2-0080-400B-A296-1C4B70F3E859}" srcOrd="0" destOrd="0" presId="urn:microsoft.com/office/officeart/2005/8/layout/vList2"/>
    <dgm:cxn modelId="{E22520AA-CFB8-42AF-A237-5C19F96253C8}" type="presOf" srcId="{FCF4BE45-AC2F-4F6B-AF6F-53463D224C98}" destId="{205A7508-0851-482E-BA83-C92ED35CD5DB}" srcOrd="0" destOrd="0" presId="urn:microsoft.com/office/officeart/2005/8/layout/vList2"/>
    <dgm:cxn modelId="{2C39FCB1-6480-486E-A6E1-679DC37D03A7}" type="presOf" srcId="{BC9529EA-525A-4595-B04D-4E2660C23477}" destId="{D037539A-235C-4F52-8BB4-04A5D92DA315}" srcOrd="0" destOrd="0" presId="urn:microsoft.com/office/officeart/2005/8/layout/vList2"/>
    <dgm:cxn modelId="{AACD2AD3-FB75-4C1C-BBFC-694858E2F58E}" type="presOf" srcId="{4A1C2D9B-72F0-4590-B9E6-4DF3CD8D01A7}" destId="{AD43646A-3D01-43D0-8A93-AE81B38DCF2A}" srcOrd="0" destOrd="0" presId="urn:microsoft.com/office/officeart/2005/8/layout/vList2"/>
    <dgm:cxn modelId="{A737B8D3-06EA-4B98-916A-0C9F4466316C}" type="presOf" srcId="{3930BD6E-EBB9-42CA-A9E3-FB391756BDCB}" destId="{0D59DC45-8C89-4A8F-AE7A-3CEFF05D2C1C}" srcOrd="0" destOrd="0" presId="urn:microsoft.com/office/officeart/2005/8/layout/vList2"/>
    <dgm:cxn modelId="{57D164D6-BAA3-4F0E-A8A1-01C68FFE99D4}" srcId="{4A1C2D9B-72F0-4590-B9E6-4DF3CD8D01A7}" destId="{BC9529EA-525A-4595-B04D-4E2660C23477}" srcOrd="8" destOrd="0" parTransId="{01EFDCDF-93AF-40F8-929C-D2D5B18A2C59}" sibTransId="{BB181810-9B6D-416C-A6C2-0607706D831C}"/>
    <dgm:cxn modelId="{7435A6D6-27D1-41BD-8457-5E043313B2FC}" srcId="{4A1C2D9B-72F0-4590-B9E6-4DF3CD8D01A7}" destId="{3930BD6E-EBB9-42CA-A9E3-FB391756BDCB}" srcOrd="5" destOrd="0" parTransId="{36AEA204-0BF7-4040-BDFF-8B1D594EA63E}" sibTransId="{357B6175-9850-45C6-9287-187855AC714F}"/>
    <dgm:cxn modelId="{4B1002E5-1967-4CFE-A238-2DCC519DCE82}" srcId="{4A1C2D9B-72F0-4590-B9E6-4DF3CD8D01A7}" destId="{75FBAB6E-2C1D-480D-82C2-8017FDE632EF}" srcOrd="7" destOrd="0" parTransId="{0B091ECF-3A37-4FF5-924E-58503B996F08}" sibTransId="{CA7F14A6-519D-465E-9392-2BE6586EBD9A}"/>
    <dgm:cxn modelId="{881491E7-1673-4675-86DA-F0C7D9FFD689}" srcId="{4A1C2D9B-72F0-4590-B9E6-4DF3CD8D01A7}" destId="{60B02129-4145-41EB-989C-A8CD2D7B3977}" srcOrd="3" destOrd="0" parTransId="{68637BCC-4186-4EFC-A0FA-EFE89115B3F3}" sibTransId="{8DF90BBA-D890-4C39-842D-712542A5FFFF}"/>
    <dgm:cxn modelId="{BBE4A0F9-9973-45A6-A95C-1F82270D781A}" type="presParOf" srcId="{AD43646A-3D01-43D0-8A93-AE81B38DCF2A}" destId="{7139103D-754C-464C-8C58-FCC68D85B572}" srcOrd="0" destOrd="0" presId="urn:microsoft.com/office/officeart/2005/8/layout/vList2"/>
    <dgm:cxn modelId="{915FE7D3-C3A9-4D6F-B131-57BC59A99F3A}" type="presParOf" srcId="{AD43646A-3D01-43D0-8A93-AE81B38DCF2A}" destId="{BA3A8721-248E-43C1-BA30-1AD73894690D}" srcOrd="1" destOrd="0" presId="urn:microsoft.com/office/officeart/2005/8/layout/vList2"/>
    <dgm:cxn modelId="{A2BE76AB-20A2-416A-A9B7-7F0C0E77B458}" type="presParOf" srcId="{AD43646A-3D01-43D0-8A93-AE81B38DCF2A}" destId="{F8A2F2FB-B4EF-4F7F-AE11-87FD34549288}" srcOrd="2" destOrd="0" presId="urn:microsoft.com/office/officeart/2005/8/layout/vList2"/>
    <dgm:cxn modelId="{71FFE8A2-150A-4F8D-8AFA-8151448DABAB}" type="presParOf" srcId="{AD43646A-3D01-43D0-8A93-AE81B38DCF2A}" destId="{6884634B-7907-4686-BF0F-BBC81F95B520}" srcOrd="3" destOrd="0" presId="urn:microsoft.com/office/officeart/2005/8/layout/vList2"/>
    <dgm:cxn modelId="{C19C79E6-CAF5-4A43-9596-EE146A054320}" type="presParOf" srcId="{AD43646A-3D01-43D0-8A93-AE81B38DCF2A}" destId="{9A4015E4-9C80-4F00-9BBB-B6F8BF6B3EBC}" srcOrd="4" destOrd="0" presId="urn:microsoft.com/office/officeart/2005/8/layout/vList2"/>
    <dgm:cxn modelId="{FA45D623-D7C4-4A12-BC6C-FB0784473079}" type="presParOf" srcId="{AD43646A-3D01-43D0-8A93-AE81B38DCF2A}" destId="{340C7587-E408-4DA4-8952-35DD8F2F351D}" srcOrd="5" destOrd="0" presId="urn:microsoft.com/office/officeart/2005/8/layout/vList2"/>
    <dgm:cxn modelId="{B4017881-98C6-4AD5-AF7C-DFB3E1269CDA}" type="presParOf" srcId="{AD43646A-3D01-43D0-8A93-AE81B38DCF2A}" destId="{F9A5CC9F-F21F-4985-B7D6-23C68BFDE94D}" srcOrd="6" destOrd="0" presId="urn:microsoft.com/office/officeart/2005/8/layout/vList2"/>
    <dgm:cxn modelId="{B03A7049-1957-49EA-AE84-395EC412AEF9}" type="presParOf" srcId="{AD43646A-3D01-43D0-8A93-AE81B38DCF2A}" destId="{57AAC3C3-3A8D-4317-AE94-305A5837DB08}" srcOrd="7" destOrd="0" presId="urn:microsoft.com/office/officeart/2005/8/layout/vList2"/>
    <dgm:cxn modelId="{2A3D1367-91E9-4567-B432-09F8E2E8F350}" type="presParOf" srcId="{AD43646A-3D01-43D0-8A93-AE81B38DCF2A}" destId="{B0DD8BF2-0080-400B-A296-1C4B70F3E859}" srcOrd="8" destOrd="0" presId="urn:microsoft.com/office/officeart/2005/8/layout/vList2"/>
    <dgm:cxn modelId="{17C87DF4-ABA3-4013-AF63-82BE0173C310}" type="presParOf" srcId="{AD43646A-3D01-43D0-8A93-AE81B38DCF2A}" destId="{BE911689-4D22-4D23-B3D5-1431F999B6FF}" srcOrd="9" destOrd="0" presId="urn:microsoft.com/office/officeart/2005/8/layout/vList2"/>
    <dgm:cxn modelId="{5752EDC3-001A-4922-9848-879F0E6BAC2C}" type="presParOf" srcId="{AD43646A-3D01-43D0-8A93-AE81B38DCF2A}" destId="{0D59DC45-8C89-4A8F-AE7A-3CEFF05D2C1C}" srcOrd="10" destOrd="0" presId="urn:microsoft.com/office/officeart/2005/8/layout/vList2"/>
    <dgm:cxn modelId="{0704359C-109A-4511-826D-CE4A5376C931}" type="presParOf" srcId="{AD43646A-3D01-43D0-8A93-AE81B38DCF2A}" destId="{EC490F14-00AD-4D54-81D9-AB66B4868F63}" srcOrd="11" destOrd="0" presId="urn:microsoft.com/office/officeart/2005/8/layout/vList2"/>
    <dgm:cxn modelId="{FC483174-DDE2-4189-B013-16DA684956B8}" type="presParOf" srcId="{AD43646A-3D01-43D0-8A93-AE81B38DCF2A}" destId="{205A7508-0851-482E-BA83-C92ED35CD5DB}" srcOrd="12" destOrd="0" presId="urn:microsoft.com/office/officeart/2005/8/layout/vList2"/>
    <dgm:cxn modelId="{78AB51D9-498F-4039-9ED5-C0696F94702E}" type="presParOf" srcId="{AD43646A-3D01-43D0-8A93-AE81B38DCF2A}" destId="{9CD8FC32-283C-426E-87D5-3ABEFB4DD758}" srcOrd="13" destOrd="0" presId="urn:microsoft.com/office/officeart/2005/8/layout/vList2"/>
    <dgm:cxn modelId="{BF347A48-1574-44B2-A018-ADCD7CF4F114}" type="presParOf" srcId="{AD43646A-3D01-43D0-8A93-AE81B38DCF2A}" destId="{25B69CD1-F96C-4956-BF24-D8090F31E0F4}" srcOrd="14" destOrd="0" presId="urn:microsoft.com/office/officeart/2005/8/layout/vList2"/>
    <dgm:cxn modelId="{74FF50F8-AAA5-40CA-B846-CD600352A12C}" type="presParOf" srcId="{AD43646A-3D01-43D0-8A93-AE81B38DCF2A}" destId="{F528E5BD-6954-4E94-B360-88A6FA428A12}" srcOrd="15" destOrd="0" presId="urn:microsoft.com/office/officeart/2005/8/layout/vList2"/>
    <dgm:cxn modelId="{84BB9EB7-942F-4FD2-A191-231B31A4039B}" type="presParOf" srcId="{AD43646A-3D01-43D0-8A93-AE81B38DCF2A}" destId="{D037539A-235C-4F52-8BB4-04A5D92DA315}" srcOrd="16" destOrd="0" presId="urn:microsoft.com/office/officeart/2005/8/layout/vList2"/>
    <dgm:cxn modelId="{B1189388-FA7B-480F-B726-6DF16B5C2992}" type="presParOf" srcId="{AD43646A-3D01-43D0-8A93-AE81B38DCF2A}" destId="{B7A87DF9-DB45-4AC6-89C0-647ABE15B737}" srcOrd="17" destOrd="0" presId="urn:microsoft.com/office/officeart/2005/8/layout/vList2"/>
    <dgm:cxn modelId="{49E5D60A-DFAD-4459-855F-C534F1CC2FC0}" type="presParOf" srcId="{AD43646A-3D01-43D0-8A93-AE81B38DCF2A}" destId="{75B3CCBE-5628-41E3-A90C-9F4FB12D857E}" srcOrd="18" destOrd="0" presId="urn:microsoft.com/office/officeart/2005/8/layout/vList2"/>
    <dgm:cxn modelId="{B4B99D04-9F39-4251-82C4-D1DE373B3F9F}" type="presParOf" srcId="{AD43646A-3D01-43D0-8A93-AE81B38DCF2A}" destId="{B9B451DB-5F7C-4631-A455-5528D61B2449}" srcOrd="19" destOrd="0" presId="urn:microsoft.com/office/officeart/2005/8/layout/vList2"/>
    <dgm:cxn modelId="{CF31A503-FDD8-46D9-A1D8-6C507FCA04B1}" type="presParOf" srcId="{AD43646A-3D01-43D0-8A93-AE81B38DCF2A}" destId="{05BA55B9-4383-4C9C-A1BF-B42A02125583}" srcOrd="2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E830D8EF-50BF-4631-9EEA-014F865F76D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617E7FC1-0DA9-448D-BBB9-7C393DC1B91E}">
      <dgm:prSet/>
      <dgm:spPr/>
      <dgm:t>
        <a:bodyPr/>
        <a:lstStyle/>
        <a:p>
          <a:r>
            <a:rPr lang="en-US"/>
            <a:t>🎯 User Benefits:</a:t>
          </a:r>
        </a:p>
      </dgm:t>
    </dgm:pt>
    <dgm:pt modelId="{700A472C-8822-4648-BAD8-F78DFD0B9BC9}" type="parTrans" cxnId="{A2762CBC-9B50-41EC-B41D-6CD4AABFACF1}">
      <dgm:prSet/>
      <dgm:spPr/>
      <dgm:t>
        <a:bodyPr/>
        <a:lstStyle/>
        <a:p>
          <a:endParaRPr lang="en-US"/>
        </a:p>
      </dgm:t>
    </dgm:pt>
    <dgm:pt modelId="{14647856-38FC-4DC5-96BC-14610EFCCDBA}" type="sibTrans" cxnId="{A2762CBC-9B50-41EC-B41D-6CD4AABFACF1}">
      <dgm:prSet/>
      <dgm:spPr/>
      <dgm:t>
        <a:bodyPr/>
        <a:lstStyle/>
        <a:p>
          <a:endParaRPr lang="en-US"/>
        </a:p>
      </dgm:t>
    </dgm:pt>
    <dgm:pt modelId="{F46E2ABC-5FD5-4CDF-A457-0C34C5674721}">
      <dgm:prSet/>
      <dgm:spPr/>
      <dgm:t>
        <a:bodyPr/>
        <a:lstStyle/>
        <a:p>
          <a:r>
            <a:rPr lang="en-US"/>
            <a:t>Secure account creation</a:t>
          </a:r>
        </a:p>
      </dgm:t>
    </dgm:pt>
    <dgm:pt modelId="{780B9DC1-DDE4-4823-A993-B310022AD098}" type="parTrans" cxnId="{D0032B30-F6B5-496C-A588-019A7A5FE534}">
      <dgm:prSet/>
      <dgm:spPr/>
      <dgm:t>
        <a:bodyPr/>
        <a:lstStyle/>
        <a:p>
          <a:endParaRPr lang="en-US"/>
        </a:p>
      </dgm:t>
    </dgm:pt>
    <dgm:pt modelId="{E4ECA7B4-5523-4C6B-B3AF-9CD30D689CB5}" type="sibTrans" cxnId="{D0032B30-F6B5-496C-A588-019A7A5FE534}">
      <dgm:prSet/>
      <dgm:spPr/>
      <dgm:t>
        <a:bodyPr/>
        <a:lstStyle/>
        <a:p>
          <a:endParaRPr lang="en-US"/>
        </a:p>
      </dgm:t>
    </dgm:pt>
    <dgm:pt modelId="{564DFD62-45E5-4998-8D67-E849CDF6E560}">
      <dgm:prSet/>
      <dgm:spPr/>
      <dgm:t>
        <a:bodyPr/>
        <a:lstStyle/>
        <a:p>
          <a:r>
            <a:rPr lang="en-US"/>
            <a:t>Easy transaction entry</a:t>
          </a:r>
        </a:p>
      </dgm:t>
    </dgm:pt>
    <dgm:pt modelId="{9602194B-FDA9-4A5A-BBB5-6B294E6A785B}" type="parTrans" cxnId="{3755FBDA-F1F5-47FD-A1E6-B467408D5F3F}">
      <dgm:prSet/>
      <dgm:spPr/>
      <dgm:t>
        <a:bodyPr/>
        <a:lstStyle/>
        <a:p>
          <a:endParaRPr lang="en-US"/>
        </a:p>
      </dgm:t>
    </dgm:pt>
    <dgm:pt modelId="{8F6C5C7B-FC78-4190-91EF-37A1E10D06F8}" type="sibTrans" cxnId="{3755FBDA-F1F5-47FD-A1E6-B467408D5F3F}">
      <dgm:prSet/>
      <dgm:spPr/>
      <dgm:t>
        <a:bodyPr/>
        <a:lstStyle/>
        <a:p>
          <a:endParaRPr lang="en-US"/>
        </a:p>
      </dgm:t>
    </dgm:pt>
    <dgm:pt modelId="{AD366F8A-B64C-4782-AC17-9D8DE5938804}">
      <dgm:prSet/>
      <dgm:spPr/>
      <dgm:t>
        <a:bodyPr/>
        <a:lstStyle/>
        <a:p>
          <a:r>
            <a:rPr lang="en-US"/>
            <a:t>Immediate data persistence</a:t>
          </a:r>
        </a:p>
      </dgm:t>
    </dgm:pt>
    <dgm:pt modelId="{32B0B0FD-3283-4A38-BDA3-A738EFDE9EF1}" type="parTrans" cxnId="{FCD61B9B-23CA-4C9F-9E46-D6D61F9EAC6B}">
      <dgm:prSet/>
      <dgm:spPr/>
      <dgm:t>
        <a:bodyPr/>
        <a:lstStyle/>
        <a:p>
          <a:endParaRPr lang="en-US"/>
        </a:p>
      </dgm:t>
    </dgm:pt>
    <dgm:pt modelId="{AD35D4B5-8BDD-4AFA-8A1B-80473CF26450}" type="sibTrans" cxnId="{FCD61B9B-23CA-4C9F-9E46-D6D61F9EAC6B}">
      <dgm:prSet/>
      <dgm:spPr/>
      <dgm:t>
        <a:bodyPr/>
        <a:lstStyle/>
        <a:p>
          <a:endParaRPr lang="en-US"/>
        </a:p>
      </dgm:t>
    </dgm:pt>
    <dgm:pt modelId="{DC621199-1CB7-4A06-8AE5-916CD93616F0}">
      <dgm:prSet/>
      <dgm:spPr/>
      <dgm:t>
        <a:bodyPr/>
        <a:lstStyle/>
        <a:p>
          <a:r>
            <a:rPr lang="en-US"/>
            <a:t>Clean, intuitive interface</a:t>
          </a:r>
        </a:p>
      </dgm:t>
    </dgm:pt>
    <dgm:pt modelId="{461F665A-49DF-4107-A822-C477BCC4237B}" type="parTrans" cxnId="{516ACF25-4461-4ED6-9F5F-8E817A5ABB77}">
      <dgm:prSet/>
      <dgm:spPr/>
      <dgm:t>
        <a:bodyPr/>
        <a:lstStyle/>
        <a:p>
          <a:endParaRPr lang="en-US"/>
        </a:p>
      </dgm:t>
    </dgm:pt>
    <dgm:pt modelId="{4D450641-FCBA-48C0-AC32-4E00DF427868}" type="sibTrans" cxnId="{516ACF25-4461-4ED6-9F5F-8E817A5ABB77}">
      <dgm:prSet/>
      <dgm:spPr/>
      <dgm:t>
        <a:bodyPr/>
        <a:lstStyle/>
        <a:p>
          <a:endParaRPr lang="en-US"/>
        </a:p>
      </dgm:t>
    </dgm:pt>
    <dgm:pt modelId="{2C153BCA-A3F7-4763-9CCE-99A61AEAE2E2}" type="pres">
      <dgm:prSet presAssocID="{E830D8EF-50BF-4631-9EEA-014F865F76D1}" presName="root" presStyleCnt="0">
        <dgm:presLayoutVars>
          <dgm:dir/>
          <dgm:resizeHandles val="exact"/>
        </dgm:presLayoutVars>
      </dgm:prSet>
      <dgm:spPr/>
    </dgm:pt>
    <dgm:pt modelId="{1A9894D3-05C4-4470-96F7-E6FA9D9DEC32}" type="pres">
      <dgm:prSet presAssocID="{617E7FC1-0DA9-448D-BBB9-7C393DC1B91E}" presName="compNode" presStyleCnt="0"/>
      <dgm:spPr/>
    </dgm:pt>
    <dgm:pt modelId="{101553F8-6970-4D03-8359-8569D11FA906}" type="pres">
      <dgm:prSet presAssocID="{617E7FC1-0DA9-448D-BBB9-7C393DC1B91E}" presName="bgRect" presStyleLbl="bgShp" presStyleIdx="0" presStyleCnt="5"/>
      <dgm:spPr/>
    </dgm:pt>
    <dgm:pt modelId="{C415A343-50A7-498C-8BA2-C2DD9142999E}" type="pres">
      <dgm:prSet presAssocID="{617E7FC1-0DA9-448D-BBB9-7C393DC1B91E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umbs Up Sign"/>
        </a:ext>
      </dgm:extLst>
    </dgm:pt>
    <dgm:pt modelId="{4FC5F1DA-C6C1-4983-A1C6-3C21C6C2500B}" type="pres">
      <dgm:prSet presAssocID="{617E7FC1-0DA9-448D-BBB9-7C393DC1B91E}" presName="spaceRect" presStyleCnt="0"/>
      <dgm:spPr/>
    </dgm:pt>
    <dgm:pt modelId="{A1B6B5DA-9AAF-4787-AC6D-782F548CF405}" type="pres">
      <dgm:prSet presAssocID="{617E7FC1-0DA9-448D-BBB9-7C393DC1B91E}" presName="parTx" presStyleLbl="revTx" presStyleIdx="0" presStyleCnt="5">
        <dgm:presLayoutVars>
          <dgm:chMax val="0"/>
          <dgm:chPref val="0"/>
        </dgm:presLayoutVars>
      </dgm:prSet>
      <dgm:spPr/>
    </dgm:pt>
    <dgm:pt modelId="{0103BEFE-5CAA-4B5F-ABF0-C7119B752E05}" type="pres">
      <dgm:prSet presAssocID="{14647856-38FC-4DC5-96BC-14610EFCCDBA}" presName="sibTrans" presStyleCnt="0"/>
      <dgm:spPr/>
    </dgm:pt>
    <dgm:pt modelId="{BD37D939-0C0B-4155-967B-7A5EA97081A2}" type="pres">
      <dgm:prSet presAssocID="{F46E2ABC-5FD5-4CDF-A457-0C34C5674721}" presName="compNode" presStyleCnt="0"/>
      <dgm:spPr/>
    </dgm:pt>
    <dgm:pt modelId="{0C06C369-B3CF-4AC1-A14E-981F9EFEDDDA}" type="pres">
      <dgm:prSet presAssocID="{F46E2ABC-5FD5-4CDF-A457-0C34C5674721}" presName="bgRect" presStyleLbl="bgShp" presStyleIdx="1" presStyleCnt="5"/>
      <dgm:spPr/>
    </dgm:pt>
    <dgm:pt modelId="{72A8216F-E58C-4D90-B2E6-5CE685E508C0}" type="pres">
      <dgm:prSet presAssocID="{F46E2ABC-5FD5-4CDF-A457-0C34C5674721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268CB25A-4C90-474A-8CEB-5CCE1BA7433C}" type="pres">
      <dgm:prSet presAssocID="{F46E2ABC-5FD5-4CDF-A457-0C34C5674721}" presName="spaceRect" presStyleCnt="0"/>
      <dgm:spPr/>
    </dgm:pt>
    <dgm:pt modelId="{EF67E316-C5AE-4186-926F-6A5CFE862B84}" type="pres">
      <dgm:prSet presAssocID="{F46E2ABC-5FD5-4CDF-A457-0C34C5674721}" presName="parTx" presStyleLbl="revTx" presStyleIdx="1" presStyleCnt="5">
        <dgm:presLayoutVars>
          <dgm:chMax val="0"/>
          <dgm:chPref val="0"/>
        </dgm:presLayoutVars>
      </dgm:prSet>
      <dgm:spPr/>
    </dgm:pt>
    <dgm:pt modelId="{977C6BA6-E68E-4681-9A0B-8F5A810C8C2D}" type="pres">
      <dgm:prSet presAssocID="{E4ECA7B4-5523-4C6B-B3AF-9CD30D689CB5}" presName="sibTrans" presStyleCnt="0"/>
      <dgm:spPr/>
    </dgm:pt>
    <dgm:pt modelId="{16F81634-1564-4FE7-ADD3-1CFEE2D22A9A}" type="pres">
      <dgm:prSet presAssocID="{564DFD62-45E5-4998-8D67-E849CDF6E560}" presName="compNode" presStyleCnt="0"/>
      <dgm:spPr/>
    </dgm:pt>
    <dgm:pt modelId="{94CFE6F9-6D03-4714-AE05-5ECDFAD6D3AC}" type="pres">
      <dgm:prSet presAssocID="{564DFD62-45E5-4998-8D67-E849CDF6E560}" presName="bgRect" presStyleLbl="bgShp" presStyleIdx="2" presStyleCnt="5"/>
      <dgm:spPr/>
    </dgm:pt>
    <dgm:pt modelId="{3F35A2EF-9BC1-4C39-8EA3-EE73A094A4A6}" type="pres">
      <dgm:prSet presAssocID="{564DFD62-45E5-4998-8D67-E849CDF6E560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CF4480E4-C791-4083-A98C-22836B823031}" type="pres">
      <dgm:prSet presAssocID="{564DFD62-45E5-4998-8D67-E849CDF6E560}" presName="spaceRect" presStyleCnt="0"/>
      <dgm:spPr/>
    </dgm:pt>
    <dgm:pt modelId="{B040C33A-52A7-4A3E-8367-8886E2599EF1}" type="pres">
      <dgm:prSet presAssocID="{564DFD62-45E5-4998-8D67-E849CDF6E560}" presName="parTx" presStyleLbl="revTx" presStyleIdx="2" presStyleCnt="5">
        <dgm:presLayoutVars>
          <dgm:chMax val="0"/>
          <dgm:chPref val="0"/>
        </dgm:presLayoutVars>
      </dgm:prSet>
      <dgm:spPr/>
    </dgm:pt>
    <dgm:pt modelId="{D65955C9-BB52-4E96-AEBD-4B7AE5FD82BA}" type="pres">
      <dgm:prSet presAssocID="{8F6C5C7B-FC78-4190-91EF-37A1E10D06F8}" presName="sibTrans" presStyleCnt="0"/>
      <dgm:spPr/>
    </dgm:pt>
    <dgm:pt modelId="{ED0E2812-9551-4AAC-BF2B-3CF3732EC289}" type="pres">
      <dgm:prSet presAssocID="{AD366F8A-B64C-4782-AC17-9D8DE5938804}" presName="compNode" presStyleCnt="0"/>
      <dgm:spPr/>
    </dgm:pt>
    <dgm:pt modelId="{A9C5F33B-4FCD-4F10-B7CF-795258B95208}" type="pres">
      <dgm:prSet presAssocID="{AD366F8A-B64C-4782-AC17-9D8DE5938804}" presName="bgRect" presStyleLbl="bgShp" presStyleIdx="3" presStyleCnt="5"/>
      <dgm:spPr/>
    </dgm:pt>
    <dgm:pt modelId="{2610055D-7696-409F-B9AD-16FA1D663B0C}" type="pres">
      <dgm:prSet presAssocID="{AD366F8A-B64C-4782-AC17-9D8DE5938804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3DB899E0-8585-49D1-9D4E-EF5E676498B7}" type="pres">
      <dgm:prSet presAssocID="{AD366F8A-B64C-4782-AC17-9D8DE5938804}" presName="spaceRect" presStyleCnt="0"/>
      <dgm:spPr/>
    </dgm:pt>
    <dgm:pt modelId="{7AD0BF43-7704-46D5-9CE7-FDB1D4D705CE}" type="pres">
      <dgm:prSet presAssocID="{AD366F8A-B64C-4782-AC17-9D8DE5938804}" presName="parTx" presStyleLbl="revTx" presStyleIdx="3" presStyleCnt="5">
        <dgm:presLayoutVars>
          <dgm:chMax val="0"/>
          <dgm:chPref val="0"/>
        </dgm:presLayoutVars>
      </dgm:prSet>
      <dgm:spPr/>
    </dgm:pt>
    <dgm:pt modelId="{11249B23-12C2-4A70-A420-33680734305E}" type="pres">
      <dgm:prSet presAssocID="{AD35D4B5-8BDD-4AFA-8A1B-80473CF26450}" presName="sibTrans" presStyleCnt="0"/>
      <dgm:spPr/>
    </dgm:pt>
    <dgm:pt modelId="{B17B1029-12A8-4585-B278-3BE29028BCE8}" type="pres">
      <dgm:prSet presAssocID="{DC621199-1CB7-4A06-8AE5-916CD93616F0}" presName="compNode" presStyleCnt="0"/>
      <dgm:spPr/>
    </dgm:pt>
    <dgm:pt modelId="{98055917-AC61-4D2D-9DFF-9DDD2E36A664}" type="pres">
      <dgm:prSet presAssocID="{DC621199-1CB7-4A06-8AE5-916CD93616F0}" presName="bgRect" presStyleLbl="bgShp" presStyleIdx="4" presStyleCnt="5"/>
      <dgm:spPr/>
    </dgm:pt>
    <dgm:pt modelId="{F85E41FC-C53F-41BC-82BB-28634F28A711}" type="pres">
      <dgm:prSet presAssocID="{DC621199-1CB7-4A06-8AE5-916CD93616F0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p and bucket"/>
        </a:ext>
      </dgm:extLst>
    </dgm:pt>
    <dgm:pt modelId="{C1D6E14F-91D0-489B-AB25-44F7AAD93194}" type="pres">
      <dgm:prSet presAssocID="{DC621199-1CB7-4A06-8AE5-916CD93616F0}" presName="spaceRect" presStyleCnt="0"/>
      <dgm:spPr/>
    </dgm:pt>
    <dgm:pt modelId="{7038A697-1AEC-407D-BA60-497F9FBB3BD4}" type="pres">
      <dgm:prSet presAssocID="{DC621199-1CB7-4A06-8AE5-916CD93616F0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9389C503-A1AF-4192-9B40-96DF61F3989E}" type="presOf" srcId="{AD366F8A-B64C-4782-AC17-9D8DE5938804}" destId="{7AD0BF43-7704-46D5-9CE7-FDB1D4D705CE}" srcOrd="0" destOrd="0" presId="urn:microsoft.com/office/officeart/2018/2/layout/IconVerticalSolidList"/>
    <dgm:cxn modelId="{C8575E0E-1866-401B-9811-D60D812BAA61}" type="presOf" srcId="{617E7FC1-0DA9-448D-BBB9-7C393DC1B91E}" destId="{A1B6B5DA-9AAF-4787-AC6D-782F548CF405}" srcOrd="0" destOrd="0" presId="urn:microsoft.com/office/officeart/2018/2/layout/IconVerticalSolidList"/>
    <dgm:cxn modelId="{3C0D331A-32E2-4F5E-A98A-FF92728B0C6C}" type="presOf" srcId="{E830D8EF-50BF-4631-9EEA-014F865F76D1}" destId="{2C153BCA-A3F7-4763-9CCE-99A61AEAE2E2}" srcOrd="0" destOrd="0" presId="urn:microsoft.com/office/officeart/2018/2/layout/IconVerticalSolidList"/>
    <dgm:cxn modelId="{516ACF25-4461-4ED6-9F5F-8E817A5ABB77}" srcId="{E830D8EF-50BF-4631-9EEA-014F865F76D1}" destId="{DC621199-1CB7-4A06-8AE5-916CD93616F0}" srcOrd="4" destOrd="0" parTransId="{461F665A-49DF-4107-A822-C477BCC4237B}" sibTransId="{4D450641-FCBA-48C0-AC32-4E00DF427868}"/>
    <dgm:cxn modelId="{D0032B30-F6B5-496C-A588-019A7A5FE534}" srcId="{E830D8EF-50BF-4631-9EEA-014F865F76D1}" destId="{F46E2ABC-5FD5-4CDF-A457-0C34C5674721}" srcOrd="1" destOrd="0" parTransId="{780B9DC1-DDE4-4823-A993-B310022AD098}" sibTransId="{E4ECA7B4-5523-4C6B-B3AF-9CD30D689CB5}"/>
    <dgm:cxn modelId="{06FBCB37-C251-436E-B204-57DE396D7AFB}" type="presOf" srcId="{DC621199-1CB7-4A06-8AE5-916CD93616F0}" destId="{7038A697-1AEC-407D-BA60-497F9FBB3BD4}" srcOrd="0" destOrd="0" presId="urn:microsoft.com/office/officeart/2018/2/layout/IconVerticalSolidList"/>
    <dgm:cxn modelId="{0FB3907C-4557-47B2-B5F8-379BAF5101C8}" type="presOf" srcId="{564DFD62-45E5-4998-8D67-E849CDF6E560}" destId="{B040C33A-52A7-4A3E-8367-8886E2599EF1}" srcOrd="0" destOrd="0" presId="urn:microsoft.com/office/officeart/2018/2/layout/IconVerticalSolidList"/>
    <dgm:cxn modelId="{FCD61B9B-23CA-4C9F-9E46-D6D61F9EAC6B}" srcId="{E830D8EF-50BF-4631-9EEA-014F865F76D1}" destId="{AD366F8A-B64C-4782-AC17-9D8DE5938804}" srcOrd="3" destOrd="0" parTransId="{32B0B0FD-3283-4A38-BDA3-A738EFDE9EF1}" sibTransId="{AD35D4B5-8BDD-4AFA-8A1B-80473CF26450}"/>
    <dgm:cxn modelId="{A2762CBC-9B50-41EC-B41D-6CD4AABFACF1}" srcId="{E830D8EF-50BF-4631-9EEA-014F865F76D1}" destId="{617E7FC1-0DA9-448D-BBB9-7C393DC1B91E}" srcOrd="0" destOrd="0" parTransId="{700A472C-8822-4648-BAD8-F78DFD0B9BC9}" sibTransId="{14647856-38FC-4DC5-96BC-14610EFCCDBA}"/>
    <dgm:cxn modelId="{3755FBDA-F1F5-47FD-A1E6-B467408D5F3F}" srcId="{E830D8EF-50BF-4631-9EEA-014F865F76D1}" destId="{564DFD62-45E5-4998-8D67-E849CDF6E560}" srcOrd="2" destOrd="0" parTransId="{9602194B-FDA9-4A5A-BBB5-6B294E6A785B}" sibTransId="{8F6C5C7B-FC78-4190-91EF-37A1E10D06F8}"/>
    <dgm:cxn modelId="{978C3EF3-137A-4116-8F9B-AC06DB463A5E}" type="presOf" srcId="{F46E2ABC-5FD5-4CDF-A457-0C34C5674721}" destId="{EF67E316-C5AE-4186-926F-6A5CFE862B84}" srcOrd="0" destOrd="0" presId="urn:microsoft.com/office/officeart/2018/2/layout/IconVerticalSolidList"/>
    <dgm:cxn modelId="{15349100-4342-436D-AE18-172D9C981913}" type="presParOf" srcId="{2C153BCA-A3F7-4763-9CCE-99A61AEAE2E2}" destId="{1A9894D3-05C4-4470-96F7-E6FA9D9DEC32}" srcOrd="0" destOrd="0" presId="urn:microsoft.com/office/officeart/2018/2/layout/IconVerticalSolidList"/>
    <dgm:cxn modelId="{293AE94F-244F-489E-BFA3-4774C4708586}" type="presParOf" srcId="{1A9894D3-05C4-4470-96F7-E6FA9D9DEC32}" destId="{101553F8-6970-4D03-8359-8569D11FA906}" srcOrd="0" destOrd="0" presId="urn:microsoft.com/office/officeart/2018/2/layout/IconVerticalSolidList"/>
    <dgm:cxn modelId="{2968C93E-F7A1-4411-8050-3DC8171018FD}" type="presParOf" srcId="{1A9894D3-05C4-4470-96F7-E6FA9D9DEC32}" destId="{C415A343-50A7-498C-8BA2-C2DD9142999E}" srcOrd="1" destOrd="0" presId="urn:microsoft.com/office/officeart/2018/2/layout/IconVerticalSolidList"/>
    <dgm:cxn modelId="{1B22BE9C-DE53-429B-BA82-45B1CBA62B17}" type="presParOf" srcId="{1A9894D3-05C4-4470-96F7-E6FA9D9DEC32}" destId="{4FC5F1DA-C6C1-4983-A1C6-3C21C6C2500B}" srcOrd="2" destOrd="0" presId="urn:microsoft.com/office/officeart/2018/2/layout/IconVerticalSolidList"/>
    <dgm:cxn modelId="{FE5EB146-4790-4104-9B63-2166FFCC309F}" type="presParOf" srcId="{1A9894D3-05C4-4470-96F7-E6FA9D9DEC32}" destId="{A1B6B5DA-9AAF-4787-AC6D-782F548CF405}" srcOrd="3" destOrd="0" presId="urn:microsoft.com/office/officeart/2018/2/layout/IconVerticalSolidList"/>
    <dgm:cxn modelId="{E342EFA6-4E2E-440E-9C38-E4C345D2861B}" type="presParOf" srcId="{2C153BCA-A3F7-4763-9CCE-99A61AEAE2E2}" destId="{0103BEFE-5CAA-4B5F-ABF0-C7119B752E05}" srcOrd="1" destOrd="0" presId="urn:microsoft.com/office/officeart/2018/2/layout/IconVerticalSolidList"/>
    <dgm:cxn modelId="{134D24C3-8967-48B6-AF37-C7DC538DAE5E}" type="presParOf" srcId="{2C153BCA-A3F7-4763-9CCE-99A61AEAE2E2}" destId="{BD37D939-0C0B-4155-967B-7A5EA97081A2}" srcOrd="2" destOrd="0" presId="urn:microsoft.com/office/officeart/2018/2/layout/IconVerticalSolidList"/>
    <dgm:cxn modelId="{D6511EA1-22EB-493E-B5FB-955F7EC94A4B}" type="presParOf" srcId="{BD37D939-0C0B-4155-967B-7A5EA97081A2}" destId="{0C06C369-B3CF-4AC1-A14E-981F9EFEDDDA}" srcOrd="0" destOrd="0" presId="urn:microsoft.com/office/officeart/2018/2/layout/IconVerticalSolidList"/>
    <dgm:cxn modelId="{05A1D608-CF3F-486B-8764-AC65BE4399DB}" type="presParOf" srcId="{BD37D939-0C0B-4155-967B-7A5EA97081A2}" destId="{72A8216F-E58C-4D90-B2E6-5CE685E508C0}" srcOrd="1" destOrd="0" presId="urn:microsoft.com/office/officeart/2018/2/layout/IconVerticalSolidList"/>
    <dgm:cxn modelId="{7F1B835F-6BE0-4988-9547-6DAC6B211E45}" type="presParOf" srcId="{BD37D939-0C0B-4155-967B-7A5EA97081A2}" destId="{268CB25A-4C90-474A-8CEB-5CCE1BA7433C}" srcOrd="2" destOrd="0" presId="urn:microsoft.com/office/officeart/2018/2/layout/IconVerticalSolidList"/>
    <dgm:cxn modelId="{DD612AA7-ABD6-4EAF-A395-C86CA9B0C6AC}" type="presParOf" srcId="{BD37D939-0C0B-4155-967B-7A5EA97081A2}" destId="{EF67E316-C5AE-4186-926F-6A5CFE862B84}" srcOrd="3" destOrd="0" presId="urn:microsoft.com/office/officeart/2018/2/layout/IconVerticalSolidList"/>
    <dgm:cxn modelId="{01BD9FD0-7F58-4757-8149-D969236E4DF1}" type="presParOf" srcId="{2C153BCA-A3F7-4763-9CCE-99A61AEAE2E2}" destId="{977C6BA6-E68E-4681-9A0B-8F5A810C8C2D}" srcOrd="3" destOrd="0" presId="urn:microsoft.com/office/officeart/2018/2/layout/IconVerticalSolidList"/>
    <dgm:cxn modelId="{39ADB5F3-8F89-47F8-A163-17F553529BEC}" type="presParOf" srcId="{2C153BCA-A3F7-4763-9CCE-99A61AEAE2E2}" destId="{16F81634-1564-4FE7-ADD3-1CFEE2D22A9A}" srcOrd="4" destOrd="0" presId="urn:microsoft.com/office/officeart/2018/2/layout/IconVerticalSolidList"/>
    <dgm:cxn modelId="{35F9AFF0-BA2A-47A2-9427-98B5BA1334AA}" type="presParOf" srcId="{16F81634-1564-4FE7-ADD3-1CFEE2D22A9A}" destId="{94CFE6F9-6D03-4714-AE05-5ECDFAD6D3AC}" srcOrd="0" destOrd="0" presId="urn:microsoft.com/office/officeart/2018/2/layout/IconVerticalSolidList"/>
    <dgm:cxn modelId="{8B9CAE82-8BBC-47E9-9556-5479AB77090F}" type="presParOf" srcId="{16F81634-1564-4FE7-ADD3-1CFEE2D22A9A}" destId="{3F35A2EF-9BC1-4C39-8EA3-EE73A094A4A6}" srcOrd="1" destOrd="0" presId="urn:microsoft.com/office/officeart/2018/2/layout/IconVerticalSolidList"/>
    <dgm:cxn modelId="{7AAEA942-916B-4BA1-9809-13DCDF46EFBF}" type="presParOf" srcId="{16F81634-1564-4FE7-ADD3-1CFEE2D22A9A}" destId="{CF4480E4-C791-4083-A98C-22836B823031}" srcOrd="2" destOrd="0" presId="urn:microsoft.com/office/officeart/2018/2/layout/IconVerticalSolidList"/>
    <dgm:cxn modelId="{8EE2055E-3AB0-49EA-BFC0-4F2102541007}" type="presParOf" srcId="{16F81634-1564-4FE7-ADD3-1CFEE2D22A9A}" destId="{B040C33A-52A7-4A3E-8367-8886E2599EF1}" srcOrd="3" destOrd="0" presId="urn:microsoft.com/office/officeart/2018/2/layout/IconVerticalSolidList"/>
    <dgm:cxn modelId="{F2C6AF44-7940-4016-83EE-AFEF59658B82}" type="presParOf" srcId="{2C153BCA-A3F7-4763-9CCE-99A61AEAE2E2}" destId="{D65955C9-BB52-4E96-AEBD-4B7AE5FD82BA}" srcOrd="5" destOrd="0" presId="urn:microsoft.com/office/officeart/2018/2/layout/IconVerticalSolidList"/>
    <dgm:cxn modelId="{04DB277B-F325-497F-B7E2-379F7EA6E6E8}" type="presParOf" srcId="{2C153BCA-A3F7-4763-9CCE-99A61AEAE2E2}" destId="{ED0E2812-9551-4AAC-BF2B-3CF3732EC289}" srcOrd="6" destOrd="0" presId="urn:microsoft.com/office/officeart/2018/2/layout/IconVerticalSolidList"/>
    <dgm:cxn modelId="{4E26F90F-C192-4CFE-9186-B3A3CD49A2E7}" type="presParOf" srcId="{ED0E2812-9551-4AAC-BF2B-3CF3732EC289}" destId="{A9C5F33B-4FCD-4F10-B7CF-795258B95208}" srcOrd="0" destOrd="0" presId="urn:microsoft.com/office/officeart/2018/2/layout/IconVerticalSolidList"/>
    <dgm:cxn modelId="{342AE176-C74E-4D00-98A3-4AB791FBF903}" type="presParOf" srcId="{ED0E2812-9551-4AAC-BF2B-3CF3732EC289}" destId="{2610055D-7696-409F-B9AD-16FA1D663B0C}" srcOrd="1" destOrd="0" presId="urn:microsoft.com/office/officeart/2018/2/layout/IconVerticalSolidList"/>
    <dgm:cxn modelId="{0BE52D40-76DE-4572-9BFA-D628719B5FF7}" type="presParOf" srcId="{ED0E2812-9551-4AAC-BF2B-3CF3732EC289}" destId="{3DB899E0-8585-49D1-9D4E-EF5E676498B7}" srcOrd="2" destOrd="0" presId="urn:microsoft.com/office/officeart/2018/2/layout/IconVerticalSolidList"/>
    <dgm:cxn modelId="{FCF67B2D-440A-4135-9238-A1705AB41CFF}" type="presParOf" srcId="{ED0E2812-9551-4AAC-BF2B-3CF3732EC289}" destId="{7AD0BF43-7704-46D5-9CE7-FDB1D4D705CE}" srcOrd="3" destOrd="0" presId="urn:microsoft.com/office/officeart/2018/2/layout/IconVerticalSolidList"/>
    <dgm:cxn modelId="{A849E06F-970E-4B42-ADF7-1374E9867C14}" type="presParOf" srcId="{2C153BCA-A3F7-4763-9CCE-99A61AEAE2E2}" destId="{11249B23-12C2-4A70-A420-33680734305E}" srcOrd="7" destOrd="0" presId="urn:microsoft.com/office/officeart/2018/2/layout/IconVerticalSolidList"/>
    <dgm:cxn modelId="{8EC6CC10-315A-4F41-860C-494E309A6741}" type="presParOf" srcId="{2C153BCA-A3F7-4763-9CCE-99A61AEAE2E2}" destId="{B17B1029-12A8-4585-B278-3BE29028BCE8}" srcOrd="8" destOrd="0" presId="urn:microsoft.com/office/officeart/2018/2/layout/IconVerticalSolidList"/>
    <dgm:cxn modelId="{008426D6-E629-411C-A64A-D4E2631AE9C5}" type="presParOf" srcId="{B17B1029-12A8-4585-B278-3BE29028BCE8}" destId="{98055917-AC61-4D2D-9DFF-9DDD2E36A664}" srcOrd="0" destOrd="0" presId="urn:microsoft.com/office/officeart/2018/2/layout/IconVerticalSolidList"/>
    <dgm:cxn modelId="{34D2ADA7-037A-4A65-8141-C47624DA1AC0}" type="presParOf" srcId="{B17B1029-12A8-4585-B278-3BE29028BCE8}" destId="{F85E41FC-C53F-41BC-82BB-28634F28A711}" srcOrd="1" destOrd="0" presId="urn:microsoft.com/office/officeart/2018/2/layout/IconVerticalSolidList"/>
    <dgm:cxn modelId="{234F015A-3928-4F42-8601-4F6AF495ED25}" type="presParOf" srcId="{B17B1029-12A8-4585-B278-3BE29028BCE8}" destId="{C1D6E14F-91D0-489B-AB25-44F7AAD93194}" srcOrd="2" destOrd="0" presId="urn:microsoft.com/office/officeart/2018/2/layout/IconVerticalSolidList"/>
    <dgm:cxn modelId="{DE50B727-674F-4A19-8C13-205B2AB05D92}" type="presParOf" srcId="{B17B1029-12A8-4585-B278-3BE29028BCE8}" destId="{7038A697-1AEC-407D-BA60-497F9FBB3BD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FA1FCF-3994-41D3-B493-3F5D23D53E2C}">
      <dsp:nvSpPr>
        <dsp:cNvPr id="0" name=""/>
        <dsp:cNvSpPr/>
      </dsp:nvSpPr>
      <dsp:spPr>
        <a:xfrm>
          <a:off x="0" y="107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Secure Registration: Email/password with bcrypt hashing</a:t>
          </a:r>
        </a:p>
      </dsp:txBody>
      <dsp:txXfrm>
        <a:off x="23988" y="34747"/>
        <a:ext cx="6618857" cy="443424"/>
      </dsp:txXfrm>
    </dsp:sp>
    <dsp:sp modelId="{5DA96E5B-1C24-405D-9332-4BD9AC424AE0}">
      <dsp:nvSpPr>
        <dsp:cNvPr id="0" name=""/>
        <dsp:cNvSpPr/>
      </dsp:nvSpPr>
      <dsp:spPr>
        <a:xfrm>
          <a:off x="0" y="5597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1350239"/>
                <a:satOff val="-92"/>
                <a:lumOff val="218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350239"/>
                <a:satOff val="-92"/>
                <a:lumOff val="218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350239"/>
                <a:satOff val="-92"/>
                <a:lumOff val="218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JWT Token Security: 7-day expiration with secure validation</a:t>
          </a:r>
        </a:p>
      </dsp:txBody>
      <dsp:txXfrm>
        <a:off x="23988" y="583747"/>
        <a:ext cx="6618857" cy="443424"/>
      </dsp:txXfrm>
    </dsp:sp>
    <dsp:sp modelId="{C02C71B7-4535-46B7-B315-FFE0517F116C}">
      <dsp:nvSpPr>
        <dsp:cNvPr id="0" name=""/>
        <dsp:cNvSpPr/>
      </dsp:nvSpPr>
      <dsp:spPr>
        <a:xfrm>
          <a:off x="0" y="11087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2700478"/>
                <a:satOff val="-184"/>
                <a:lumOff val="436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2700478"/>
                <a:satOff val="-184"/>
                <a:lumOff val="436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2700478"/>
                <a:satOff val="-184"/>
                <a:lumOff val="436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Session Management: Automatic token handling</a:t>
          </a:r>
        </a:p>
      </dsp:txBody>
      <dsp:txXfrm>
        <a:off x="23988" y="1132748"/>
        <a:ext cx="6618857" cy="443424"/>
      </dsp:txXfrm>
    </dsp:sp>
    <dsp:sp modelId="{7BDCB216-A2DD-4774-A526-E7D2B432C0A8}">
      <dsp:nvSpPr>
        <dsp:cNvPr id="0" name=""/>
        <dsp:cNvSpPr/>
      </dsp:nvSpPr>
      <dsp:spPr>
        <a:xfrm>
          <a:off x="0" y="16577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4050717"/>
                <a:satOff val="-275"/>
                <a:lumOff val="65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4050717"/>
                <a:satOff val="-275"/>
                <a:lumOff val="65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4050717"/>
                <a:satOff val="-275"/>
                <a:lumOff val="65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User Isolation: Each user sees only their own data</a:t>
          </a:r>
        </a:p>
      </dsp:txBody>
      <dsp:txXfrm>
        <a:off x="23988" y="1681748"/>
        <a:ext cx="6618857" cy="443424"/>
      </dsp:txXfrm>
    </dsp:sp>
    <dsp:sp modelId="{0805B6FB-E7EF-4030-A824-1C8A26FDC1E2}">
      <dsp:nvSpPr>
        <dsp:cNvPr id="0" name=""/>
        <dsp:cNvSpPr/>
      </dsp:nvSpPr>
      <dsp:spPr>
        <a:xfrm>
          <a:off x="0" y="22067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5400955"/>
                <a:satOff val="-367"/>
                <a:lumOff val="872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5400955"/>
                <a:satOff val="-367"/>
                <a:lumOff val="872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5400955"/>
                <a:satOff val="-367"/>
                <a:lumOff val="872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Error Handling: Comprehensive auth failure messages</a:t>
          </a:r>
        </a:p>
      </dsp:txBody>
      <dsp:txXfrm>
        <a:off x="23988" y="2230748"/>
        <a:ext cx="6618857" cy="443424"/>
      </dsp:txXfrm>
    </dsp:sp>
    <dsp:sp modelId="{3ADD9539-1D83-4854-B102-4CD90A594463}">
      <dsp:nvSpPr>
        <dsp:cNvPr id="0" name=""/>
        <dsp:cNvSpPr/>
      </dsp:nvSpPr>
      <dsp:spPr>
        <a:xfrm>
          <a:off x="0" y="27557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6751195"/>
                <a:satOff val="-459"/>
                <a:lumOff val="108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6751195"/>
                <a:satOff val="-459"/>
                <a:lumOff val="108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6751195"/>
                <a:satOff val="-459"/>
                <a:lumOff val="108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Technical Implementation:</a:t>
          </a:r>
        </a:p>
      </dsp:txBody>
      <dsp:txXfrm>
        <a:off x="23988" y="2779747"/>
        <a:ext cx="6618857" cy="443424"/>
      </dsp:txXfrm>
    </dsp:sp>
    <dsp:sp modelId="{6D0BE461-9D19-4EEA-B5B2-9C78F369EE6F}">
      <dsp:nvSpPr>
        <dsp:cNvPr id="0" name=""/>
        <dsp:cNvSpPr/>
      </dsp:nvSpPr>
      <dsp:spPr>
        <a:xfrm>
          <a:off x="0" y="3304759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8101434"/>
                <a:satOff val="-551"/>
                <a:lumOff val="1307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8101434"/>
                <a:satOff val="-551"/>
                <a:lumOff val="1307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8101434"/>
                <a:satOff val="-551"/>
                <a:lumOff val="1307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Backend: Flask with JWT tokens</a:t>
          </a:r>
        </a:p>
      </dsp:txBody>
      <dsp:txXfrm>
        <a:off x="23988" y="3328747"/>
        <a:ext cx="6618857" cy="443424"/>
      </dsp:txXfrm>
    </dsp:sp>
    <dsp:sp modelId="{CCC0339F-10BB-4861-9A6C-D01CAD246506}">
      <dsp:nvSpPr>
        <dsp:cNvPr id="0" name=""/>
        <dsp:cNvSpPr/>
      </dsp:nvSpPr>
      <dsp:spPr>
        <a:xfrm>
          <a:off x="0" y="38537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9451672"/>
                <a:satOff val="-642"/>
                <a:lumOff val="152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9451672"/>
                <a:satOff val="-642"/>
                <a:lumOff val="152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9451672"/>
                <a:satOff val="-642"/>
                <a:lumOff val="152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Password: bcrypt hashing</a:t>
          </a:r>
        </a:p>
      </dsp:txBody>
      <dsp:txXfrm>
        <a:off x="23988" y="3877748"/>
        <a:ext cx="6618857" cy="443424"/>
      </dsp:txXfrm>
    </dsp:sp>
    <dsp:sp modelId="{A91EEA7F-40B7-4989-AEF9-1EA15AC2AC79}">
      <dsp:nvSpPr>
        <dsp:cNvPr id="0" name=""/>
        <dsp:cNvSpPr/>
      </dsp:nvSpPr>
      <dsp:spPr>
        <a:xfrm>
          <a:off x="0" y="44027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10801911"/>
                <a:satOff val="-734"/>
                <a:lumOff val="1743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0801911"/>
                <a:satOff val="-734"/>
                <a:lumOff val="1743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0801911"/>
                <a:satOff val="-734"/>
                <a:lumOff val="1743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Frontend: Streamlit session state management</a:t>
          </a:r>
        </a:p>
      </dsp:txBody>
      <dsp:txXfrm>
        <a:off x="23988" y="4426748"/>
        <a:ext cx="6618857" cy="443424"/>
      </dsp:txXfrm>
    </dsp:sp>
    <dsp:sp modelId="{7AF115A2-185E-401F-A75D-AE441F8E6417}">
      <dsp:nvSpPr>
        <dsp:cNvPr id="0" name=""/>
        <dsp:cNvSpPr/>
      </dsp:nvSpPr>
      <dsp:spPr>
        <a:xfrm>
          <a:off x="0" y="4951760"/>
          <a:ext cx="6666833" cy="491400"/>
        </a:xfrm>
        <a:prstGeom prst="roundRect">
          <a:avLst/>
        </a:prstGeom>
        <a:gradFill rotWithShape="0">
          <a:gsLst>
            <a:gs pos="0">
              <a:schemeClr val="accent5">
                <a:hueOff val="-12152150"/>
                <a:satOff val="-826"/>
                <a:lumOff val="1961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5">
                <a:hueOff val="-12152150"/>
                <a:satOff val="-826"/>
                <a:lumOff val="1961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5">
                <a:hueOff val="-12152150"/>
                <a:satOff val="-826"/>
                <a:lumOff val="1961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/>
            <a:t>Database: SQLite with user table</a:t>
          </a:r>
        </a:p>
      </dsp:txBody>
      <dsp:txXfrm>
        <a:off x="23988" y="4975748"/>
        <a:ext cx="6618857" cy="443424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47FE4B4-D9E8-47F5-BC93-9467928D4015}">
      <dsp:nvSpPr>
        <dsp:cNvPr id="0" name=""/>
        <dsp:cNvSpPr/>
      </dsp:nvSpPr>
      <dsp:spPr>
        <a:xfrm>
          <a:off x="2669704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577453"/>
        <a:ext cx="22113" cy="4422"/>
      </dsp:txXfrm>
    </dsp:sp>
    <dsp:sp modelId="{4F58F9F9-64EB-4FEC-987E-025750693626}">
      <dsp:nvSpPr>
        <dsp:cNvPr id="0" name=""/>
        <dsp:cNvSpPr/>
      </dsp:nvSpPr>
      <dsp:spPr>
        <a:xfrm>
          <a:off x="748607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📅 Date Selection: Calendar picker for transaction dates</a:t>
          </a:r>
        </a:p>
      </dsp:txBody>
      <dsp:txXfrm>
        <a:off x="748607" y="2795"/>
        <a:ext cx="1922896" cy="1153737"/>
      </dsp:txXfrm>
    </dsp:sp>
    <dsp:sp modelId="{F02CE1E5-B0CD-42E2-B81C-E83BBB88B0F8}">
      <dsp:nvSpPr>
        <dsp:cNvPr id="0" name=""/>
        <dsp:cNvSpPr/>
      </dsp:nvSpPr>
      <dsp:spPr>
        <a:xfrm>
          <a:off x="5034866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577453"/>
        <a:ext cx="22113" cy="4422"/>
      </dsp:txXfrm>
    </dsp:sp>
    <dsp:sp modelId="{783BA4BE-C8EE-4CB6-8257-3B74E16BE401}">
      <dsp:nvSpPr>
        <dsp:cNvPr id="0" name=""/>
        <dsp:cNvSpPr/>
      </dsp:nvSpPr>
      <dsp:spPr>
        <a:xfrm>
          <a:off x="3113770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💰 Amount Input: Numeric input with validation</a:t>
          </a:r>
        </a:p>
      </dsp:txBody>
      <dsp:txXfrm>
        <a:off x="3113770" y="2795"/>
        <a:ext cx="1922896" cy="1153737"/>
      </dsp:txXfrm>
    </dsp:sp>
    <dsp:sp modelId="{1BBB715B-3BB0-4716-A2AB-A401B12FAFA5}">
      <dsp:nvSpPr>
        <dsp:cNvPr id="0" name=""/>
        <dsp:cNvSpPr/>
      </dsp:nvSpPr>
      <dsp:spPr>
        <a:xfrm>
          <a:off x="7400029" y="533944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577453"/>
        <a:ext cx="22113" cy="4422"/>
      </dsp:txXfrm>
    </dsp:sp>
    <dsp:sp modelId="{D956B5C2-1444-4EB7-9F92-815D24C186E1}">
      <dsp:nvSpPr>
        <dsp:cNvPr id="0" name=""/>
        <dsp:cNvSpPr/>
      </dsp:nvSpPr>
      <dsp:spPr>
        <a:xfrm>
          <a:off x="5478933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📝 Description Field: Text input for transaction details</a:t>
          </a:r>
        </a:p>
      </dsp:txBody>
      <dsp:txXfrm>
        <a:off x="5478933" y="2795"/>
        <a:ext cx="1922896" cy="1153737"/>
      </dsp:txXfrm>
    </dsp:sp>
    <dsp:sp modelId="{05FBE470-CF7D-4CB4-9918-56E48500CFC3}">
      <dsp:nvSpPr>
        <dsp:cNvPr id="0" name=""/>
        <dsp:cNvSpPr/>
      </dsp:nvSpPr>
      <dsp:spPr>
        <a:xfrm>
          <a:off x="1710055" y="1154733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1358355"/>
        <a:ext cx="355462" cy="4422"/>
      </dsp:txXfrm>
    </dsp:sp>
    <dsp:sp modelId="{C29D575D-0366-4EAB-98CD-C72961C91481}">
      <dsp:nvSpPr>
        <dsp:cNvPr id="0" name=""/>
        <dsp:cNvSpPr/>
      </dsp:nvSpPr>
      <dsp:spPr>
        <a:xfrm>
          <a:off x="7844095" y="2795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🔸 Type Selection: Income/Expense toggle</a:t>
          </a:r>
        </a:p>
      </dsp:txBody>
      <dsp:txXfrm>
        <a:off x="7844095" y="2795"/>
        <a:ext cx="1922896" cy="1153737"/>
      </dsp:txXfrm>
    </dsp:sp>
    <dsp:sp modelId="{63073751-7CEF-4444-8CB5-4A7AA83EF788}">
      <dsp:nvSpPr>
        <dsp:cNvPr id="0" name=""/>
        <dsp:cNvSpPr/>
      </dsp:nvSpPr>
      <dsp:spPr>
        <a:xfrm>
          <a:off x="2669704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2173457"/>
        <a:ext cx="22113" cy="4422"/>
      </dsp:txXfrm>
    </dsp:sp>
    <dsp:sp modelId="{92225BE2-6C0D-4E16-A2B6-DE62FEEF8E12}">
      <dsp:nvSpPr>
        <dsp:cNvPr id="0" name=""/>
        <dsp:cNvSpPr/>
      </dsp:nvSpPr>
      <dsp:spPr>
        <a:xfrm>
          <a:off x="748607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🏷️ Category Dropdown: Predefined categories with AI auto-suggest</a:t>
          </a:r>
        </a:p>
      </dsp:txBody>
      <dsp:txXfrm>
        <a:off x="748607" y="1598800"/>
        <a:ext cx="1922896" cy="1153737"/>
      </dsp:txXfrm>
    </dsp:sp>
    <dsp:sp modelId="{BC803690-33D5-48B9-8125-65F08230E95E}">
      <dsp:nvSpPr>
        <dsp:cNvPr id="0" name=""/>
        <dsp:cNvSpPr/>
      </dsp:nvSpPr>
      <dsp:spPr>
        <a:xfrm>
          <a:off x="5034866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229643" y="2173457"/>
        <a:ext cx="22113" cy="4422"/>
      </dsp:txXfrm>
    </dsp:sp>
    <dsp:sp modelId="{8B8DFF3B-D83E-4042-960D-6D6E4CD5013A}">
      <dsp:nvSpPr>
        <dsp:cNvPr id="0" name=""/>
        <dsp:cNvSpPr/>
      </dsp:nvSpPr>
      <dsp:spPr>
        <a:xfrm>
          <a:off x="3113770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Data Validation:</a:t>
          </a:r>
        </a:p>
      </dsp:txBody>
      <dsp:txXfrm>
        <a:off x="3113770" y="1598800"/>
        <a:ext cx="1922896" cy="1153737"/>
      </dsp:txXfrm>
    </dsp:sp>
    <dsp:sp modelId="{C4A90BE8-9779-44A2-A3A1-0F4600EF3A7E}">
      <dsp:nvSpPr>
        <dsp:cNvPr id="0" name=""/>
        <dsp:cNvSpPr/>
      </dsp:nvSpPr>
      <dsp:spPr>
        <a:xfrm>
          <a:off x="7400029" y="2129949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7594806" y="2173457"/>
        <a:ext cx="22113" cy="4422"/>
      </dsp:txXfrm>
    </dsp:sp>
    <dsp:sp modelId="{ADFE34A8-7411-4C28-B663-70006D3A64D5}">
      <dsp:nvSpPr>
        <dsp:cNvPr id="0" name=""/>
        <dsp:cNvSpPr/>
      </dsp:nvSpPr>
      <dsp:spPr>
        <a:xfrm>
          <a:off x="5478933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Amount must be &gt; 0</a:t>
          </a:r>
        </a:p>
      </dsp:txBody>
      <dsp:txXfrm>
        <a:off x="5478933" y="1598800"/>
        <a:ext cx="1922896" cy="1153737"/>
      </dsp:txXfrm>
    </dsp:sp>
    <dsp:sp modelId="{E4DF41E9-14D8-4D9C-9154-04F340D1E5D2}">
      <dsp:nvSpPr>
        <dsp:cNvPr id="0" name=""/>
        <dsp:cNvSpPr/>
      </dsp:nvSpPr>
      <dsp:spPr>
        <a:xfrm>
          <a:off x="1710055" y="2750737"/>
          <a:ext cx="7095488" cy="411666"/>
        </a:xfrm>
        <a:custGeom>
          <a:avLst/>
          <a:gdLst/>
          <a:ahLst/>
          <a:cxnLst/>
          <a:rect l="0" t="0" r="0" b="0"/>
          <a:pathLst>
            <a:path>
              <a:moveTo>
                <a:pt x="7095488" y="0"/>
              </a:moveTo>
              <a:lnTo>
                <a:pt x="7095488" y="222933"/>
              </a:lnTo>
              <a:lnTo>
                <a:pt x="0" y="222933"/>
              </a:lnTo>
              <a:lnTo>
                <a:pt x="0" y="411666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5080068" y="2954359"/>
        <a:ext cx="355462" cy="4422"/>
      </dsp:txXfrm>
    </dsp:sp>
    <dsp:sp modelId="{16871AFC-AB74-417C-A92B-138EFF3F8245}">
      <dsp:nvSpPr>
        <dsp:cNvPr id="0" name=""/>
        <dsp:cNvSpPr/>
      </dsp:nvSpPr>
      <dsp:spPr>
        <a:xfrm>
          <a:off x="7844095" y="1598800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Date format validation</a:t>
          </a:r>
        </a:p>
      </dsp:txBody>
      <dsp:txXfrm>
        <a:off x="7844095" y="1598800"/>
        <a:ext cx="1922896" cy="1153737"/>
      </dsp:txXfrm>
    </dsp:sp>
    <dsp:sp modelId="{A95BB912-F8AB-42B5-842B-5E3E1AE3CC74}">
      <dsp:nvSpPr>
        <dsp:cNvPr id="0" name=""/>
        <dsp:cNvSpPr/>
      </dsp:nvSpPr>
      <dsp:spPr>
        <a:xfrm>
          <a:off x="2669704" y="3725953"/>
          <a:ext cx="411666" cy="91440"/>
        </a:xfrm>
        <a:custGeom>
          <a:avLst/>
          <a:gdLst/>
          <a:ahLst/>
          <a:cxnLst/>
          <a:rect l="0" t="0" r="0" b="0"/>
          <a:pathLst>
            <a:path>
              <a:moveTo>
                <a:pt x="0" y="45720"/>
              </a:moveTo>
              <a:lnTo>
                <a:pt x="411666" y="45720"/>
              </a:lnTo>
            </a:path>
          </a:pathLst>
        </a:custGeom>
        <a:noFill/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500" kern="1200"/>
        </a:p>
      </dsp:txBody>
      <dsp:txXfrm>
        <a:off x="2864480" y="3769461"/>
        <a:ext cx="22113" cy="4422"/>
      </dsp:txXfrm>
    </dsp:sp>
    <dsp:sp modelId="{D6731DAF-F3AC-43B4-9217-BAA45902E33D}">
      <dsp:nvSpPr>
        <dsp:cNvPr id="0" name=""/>
        <dsp:cNvSpPr/>
      </dsp:nvSpPr>
      <dsp:spPr>
        <a:xfrm>
          <a:off x="748607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Required field checks</a:t>
          </a:r>
        </a:p>
      </dsp:txBody>
      <dsp:txXfrm>
        <a:off x="748607" y="3194804"/>
        <a:ext cx="1922896" cy="1153737"/>
      </dsp:txXfrm>
    </dsp:sp>
    <dsp:sp modelId="{ADB20035-1FAD-4CD7-B292-28524890E832}">
      <dsp:nvSpPr>
        <dsp:cNvPr id="0" name=""/>
        <dsp:cNvSpPr/>
      </dsp:nvSpPr>
      <dsp:spPr>
        <a:xfrm>
          <a:off x="3113770" y="3194804"/>
          <a:ext cx="1922896" cy="1153737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4224" tIns="98904" rIns="94224" bIns="98904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Server-side error handling</a:t>
          </a:r>
        </a:p>
      </dsp:txBody>
      <dsp:txXfrm>
        <a:off x="3113770" y="3194804"/>
        <a:ext cx="1922896" cy="11537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BCAC99-8B7A-4D1F-8F2E-77AA93AE16D1}">
      <dsp:nvSpPr>
        <dsp:cNvPr id="0" name=""/>
        <dsp:cNvSpPr/>
      </dsp:nvSpPr>
      <dsp:spPr>
        <a:xfrm>
          <a:off x="0" y="77180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Frontend (Streamlit)</a:t>
          </a:r>
        </a:p>
      </dsp:txBody>
      <dsp:txXfrm>
        <a:off x="33583" y="110763"/>
        <a:ext cx="6599667" cy="620794"/>
      </dsp:txXfrm>
    </dsp:sp>
    <dsp:sp modelId="{D45955CD-ED6F-46B4-AF18-C645A14B98E9}">
      <dsp:nvSpPr>
        <dsp:cNvPr id="0" name=""/>
        <dsp:cNvSpPr/>
      </dsp:nvSpPr>
      <dsp:spPr>
        <a:xfrm>
          <a:off x="0" y="845780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1073936"/>
                <a:satOff val="-3082"/>
                <a:lumOff val="-493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1073936"/>
                <a:satOff val="-3082"/>
                <a:lumOff val="-493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1073936"/>
                <a:satOff val="-3082"/>
                <a:lumOff val="-493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↓</a:t>
          </a:r>
        </a:p>
      </dsp:txBody>
      <dsp:txXfrm>
        <a:off x="33583" y="879363"/>
        <a:ext cx="6599667" cy="620794"/>
      </dsp:txXfrm>
    </dsp:sp>
    <dsp:sp modelId="{16EF7582-E984-47C0-ACC2-63FD1BEE49B8}">
      <dsp:nvSpPr>
        <dsp:cNvPr id="0" name=""/>
        <dsp:cNvSpPr/>
      </dsp:nvSpPr>
      <dsp:spPr>
        <a:xfrm>
          <a:off x="0" y="1614380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Backend API (Flask)</a:t>
          </a:r>
        </a:p>
      </dsp:txBody>
      <dsp:txXfrm>
        <a:off x="33583" y="1647963"/>
        <a:ext cx="6599667" cy="620794"/>
      </dsp:txXfrm>
    </dsp:sp>
    <dsp:sp modelId="{BC3117F1-C718-4019-85F8-6BF2D327582D}">
      <dsp:nvSpPr>
        <dsp:cNvPr id="0" name=""/>
        <dsp:cNvSpPr/>
      </dsp:nvSpPr>
      <dsp:spPr>
        <a:xfrm>
          <a:off x="0" y="2382980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3221807"/>
                <a:satOff val="-9246"/>
                <a:lumOff val="-14805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3221807"/>
                <a:satOff val="-9246"/>
                <a:lumOff val="-14805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3221807"/>
                <a:satOff val="-9246"/>
                <a:lumOff val="-14805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↓</a:t>
          </a:r>
        </a:p>
      </dsp:txBody>
      <dsp:txXfrm>
        <a:off x="33583" y="2416563"/>
        <a:ext cx="6599667" cy="620794"/>
      </dsp:txXfrm>
    </dsp:sp>
    <dsp:sp modelId="{515D584B-07AB-429C-9A38-5CDC7D1E1D38}">
      <dsp:nvSpPr>
        <dsp:cNvPr id="0" name=""/>
        <dsp:cNvSpPr/>
      </dsp:nvSpPr>
      <dsp:spPr>
        <a:xfrm>
          <a:off x="0" y="3151580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Database (SQLite)</a:t>
          </a:r>
        </a:p>
      </dsp:txBody>
      <dsp:txXfrm>
        <a:off x="33583" y="3185163"/>
        <a:ext cx="6599667" cy="620794"/>
      </dsp:txXfrm>
    </dsp:sp>
    <dsp:sp modelId="{7B691A64-5C4D-48C0-9F89-4456DD2C719C}">
      <dsp:nvSpPr>
        <dsp:cNvPr id="0" name=""/>
        <dsp:cNvSpPr/>
      </dsp:nvSpPr>
      <dsp:spPr>
        <a:xfrm>
          <a:off x="0" y="3920180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5369678"/>
                <a:satOff val="-15411"/>
                <a:lumOff val="-24674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5369678"/>
                <a:satOff val="-15411"/>
                <a:lumOff val="-24674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5369678"/>
                <a:satOff val="-15411"/>
                <a:lumOff val="-24674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↓</a:t>
          </a:r>
        </a:p>
      </dsp:txBody>
      <dsp:txXfrm>
        <a:off x="33583" y="3953763"/>
        <a:ext cx="6599667" cy="620794"/>
      </dsp:txXfrm>
    </dsp:sp>
    <dsp:sp modelId="{DFA0D9EC-F4C2-470F-BB92-822DD5D360C6}">
      <dsp:nvSpPr>
        <dsp:cNvPr id="0" name=""/>
        <dsp:cNvSpPr/>
      </dsp:nvSpPr>
      <dsp:spPr>
        <a:xfrm>
          <a:off x="0" y="4688779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/>
            <a:t>User Table + Transactions Table</a:t>
          </a:r>
        </a:p>
      </dsp:txBody>
      <dsp:txXfrm>
        <a:off x="33583" y="4722362"/>
        <a:ext cx="6599667" cy="62079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F910A07-AB95-4325-8C4C-DB09AB78C448}">
      <dsp:nvSpPr>
        <dsp:cNvPr id="0" name=""/>
        <dsp:cNvSpPr/>
      </dsp:nvSpPr>
      <dsp:spPr>
        <a:xfrm>
          <a:off x="205509" y="828340"/>
          <a:ext cx="911674" cy="91167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192C57-8CB8-4B48-96B9-8359054A61BA}">
      <dsp:nvSpPr>
        <dsp:cNvPr id="0" name=""/>
        <dsp:cNvSpPr/>
      </dsp:nvSpPr>
      <dsp:spPr>
        <a:xfrm>
          <a:off x="396960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75984D-4227-4A4C-B656-2AED4B354D47}">
      <dsp:nvSpPr>
        <dsp:cNvPr id="0" name=""/>
        <dsp:cNvSpPr/>
      </dsp:nvSpPr>
      <dsp:spPr>
        <a:xfrm>
          <a:off x="1312541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Frontend: Streamlit web interface</a:t>
          </a:r>
        </a:p>
      </dsp:txBody>
      <dsp:txXfrm>
        <a:off x="1312541" y="828340"/>
        <a:ext cx="2148945" cy="911674"/>
      </dsp:txXfrm>
    </dsp:sp>
    <dsp:sp modelId="{A9E1C4F8-E173-4667-9D37-69BB56A6807C}">
      <dsp:nvSpPr>
        <dsp:cNvPr id="0" name=""/>
        <dsp:cNvSpPr/>
      </dsp:nvSpPr>
      <dsp:spPr>
        <a:xfrm>
          <a:off x="3835925" y="828340"/>
          <a:ext cx="911674" cy="91167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B70F6D-C626-4A22-A55F-5CE84ACCA2E1}">
      <dsp:nvSpPr>
        <dsp:cNvPr id="0" name=""/>
        <dsp:cNvSpPr/>
      </dsp:nvSpPr>
      <dsp:spPr>
        <a:xfrm>
          <a:off x="4027376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CACB88-1FA5-4DD8-9166-D3A1B97FFB04}">
      <dsp:nvSpPr>
        <dsp:cNvPr id="0" name=""/>
        <dsp:cNvSpPr/>
      </dsp:nvSpPr>
      <dsp:spPr>
        <a:xfrm>
          <a:off x="4942957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Backend: Flask REST API with CORS</a:t>
          </a:r>
        </a:p>
      </dsp:txBody>
      <dsp:txXfrm>
        <a:off x="4942957" y="828340"/>
        <a:ext cx="2148945" cy="911674"/>
      </dsp:txXfrm>
    </dsp:sp>
    <dsp:sp modelId="{8853767C-E2FA-4A3A-B1CE-A1AFDFD2CB3E}">
      <dsp:nvSpPr>
        <dsp:cNvPr id="0" name=""/>
        <dsp:cNvSpPr/>
      </dsp:nvSpPr>
      <dsp:spPr>
        <a:xfrm>
          <a:off x="7466341" y="828340"/>
          <a:ext cx="911674" cy="91167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23CA24F-A1E2-436E-9FE4-8F514B791665}">
      <dsp:nvSpPr>
        <dsp:cNvPr id="0" name=""/>
        <dsp:cNvSpPr/>
      </dsp:nvSpPr>
      <dsp:spPr>
        <a:xfrm>
          <a:off x="7657792" y="1019791"/>
          <a:ext cx="528770" cy="52877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DFC400-904E-4A65-A823-02688E983F59}">
      <dsp:nvSpPr>
        <dsp:cNvPr id="0" name=""/>
        <dsp:cNvSpPr/>
      </dsp:nvSpPr>
      <dsp:spPr>
        <a:xfrm>
          <a:off x="8573374" y="82834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Authentication: JWT tokens with bcrypt</a:t>
          </a:r>
        </a:p>
      </dsp:txBody>
      <dsp:txXfrm>
        <a:off x="8573374" y="828340"/>
        <a:ext cx="2148945" cy="911674"/>
      </dsp:txXfrm>
    </dsp:sp>
    <dsp:sp modelId="{911B9D4F-B727-43DF-8C06-641B4B472A88}">
      <dsp:nvSpPr>
        <dsp:cNvPr id="0" name=""/>
        <dsp:cNvSpPr/>
      </dsp:nvSpPr>
      <dsp:spPr>
        <a:xfrm>
          <a:off x="205509" y="2452790"/>
          <a:ext cx="911674" cy="91167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2C7D7B-527D-47A5-9EFC-44200E232FD1}">
      <dsp:nvSpPr>
        <dsp:cNvPr id="0" name=""/>
        <dsp:cNvSpPr/>
      </dsp:nvSpPr>
      <dsp:spPr>
        <a:xfrm>
          <a:off x="396960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EA6DC1C-8F2A-447C-8FBE-39D500729137}">
      <dsp:nvSpPr>
        <dsp:cNvPr id="0" name=""/>
        <dsp:cNvSpPr/>
      </dsp:nvSpPr>
      <dsp:spPr>
        <a:xfrm>
          <a:off x="1312541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Database: SQLite with proper schema</a:t>
          </a:r>
        </a:p>
      </dsp:txBody>
      <dsp:txXfrm>
        <a:off x="1312541" y="2452790"/>
        <a:ext cx="2148945" cy="911674"/>
      </dsp:txXfrm>
    </dsp:sp>
    <dsp:sp modelId="{22C82536-E935-4141-9104-2346E231D001}">
      <dsp:nvSpPr>
        <dsp:cNvPr id="0" name=""/>
        <dsp:cNvSpPr/>
      </dsp:nvSpPr>
      <dsp:spPr>
        <a:xfrm>
          <a:off x="3835925" y="2452790"/>
          <a:ext cx="911674" cy="911674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24C9B2-042E-48A5-A0F8-57486A836623}">
      <dsp:nvSpPr>
        <dsp:cNvPr id="0" name=""/>
        <dsp:cNvSpPr/>
      </dsp:nvSpPr>
      <dsp:spPr>
        <a:xfrm>
          <a:off x="4027376" y="2644242"/>
          <a:ext cx="528770" cy="52877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E626D2-98C7-4AFC-B05B-C55BBF162CB4}">
      <dsp:nvSpPr>
        <dsp:cNvPr id="0" name=""/>
        <dsp:cNvSpPr/>
      </dsp:nvSpPr>
      <dsp:spPr>
        <a:xfrm>
          <a:off x="4942957" y="2452790"/>
          <a:ext cx="2148945" cy="9116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Security: Password hashing, token validation</a:t>
          </a:r>
        </a:p>
      </dsp:txBody>
      <dsp:txXfrm>
        <a:off x="4942957" y="2452790"/>
        <a:ext cx="2148945" cy="91167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DF854F-A512-4EAB-860F-A9C0813BF046}">
      <dsp:nvSpPr>
        <dsp:cNvPr id="0" name=""/>
        <dsp:cNvSpPr/>
      </dsp:nvSpPr>
      <dsp:spPr>
        <a:xfrm>
          <a:off x="0" y="212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C42F55E-FADB-4877-9565-31179D10338F}">
      <dsp:nvSpPr>
        <dsp:cNvPr id="0" name=""/>
        <dsp:cNvSpPr/>
      </dsp:nvSpPr>
      <dsp:spPr>
        <a:xfrm>
          <a:off x="0" y="212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Features Shown:</a:t>
          </a:r>
        </a:p>
      </dsp:txBody>
      <dsp:txXfrm>
        <a:off x="0" y="2124"/>
        <a:ext cx="10515600" cy="724514"/>
      </dsp:txXfrm>
    </dsp:sp>
    <dsp:sp modelId="{099B65FC-06AD-435D-BA34-EE634D03F606}">
      <dsp:nvSpPr>
        <dsp:cNvPr id="0" name=""/>
        <dsp:cNvSpPr/>
      </dsp:nvSpPr>
      <dsp:spPr>
        <a:xfrm>
          <a:off x="0" y="72663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83F87-3213-4D9D-B99B-B9ADB7587F2F}">
      <dsp:nvSpPr>
        <dsp:cNvPr id="0" name=""/>
        <dsp:cNvSpPr/>
      </dsp:nvSpPr>
      <dsp:spPr>
        <a:xfrm>
          <a:off x="0" y="72663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Clean login/register toggle</a:t>
          </a:r>
        </a:p>
      </dsp:txBody>
      <dsp:txXfrm>
        <a:off x="0" y="726639"/>
        <a:ext cx="10515600" cy="724514"/>
      </dsp:txXfrm>
    </dsp:sp>
    <dsp:sp modelId="{04BE17B7-DD77-4C03-BE44-A97F74B02C7E}">
      <dsp:nvSpPr>
        <dsp:cNvPr id="0" name=""/>
        <dsp:cNvSpPr/>
      </dsp:nvSpPr>
      <dsp:spPr>
        <a:xfrm>
          <a:off x="0" y="1451154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A089C3-4921-4838-8E64-100E318D3CE1}">
      <dsp:nvSpPr>
        <dsp:cNvPr id="0" name=""/>
        <dsp:cNvSpPr/>
      </dsp:nvSpPr>
      <dsp:spPr>
        <a:xfrm>
          <a:off x="0" y="1451154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Email and password fields</a:t>
          </a:r>
        </a:p>
      </dsp:txBody>
      <dsp:txXfrm>
        <a:off x="0" y="1451154"/>
        <a:ext cx="10515600" cy="724514"/>
      </dsp:txXfrm>
    </dsp:sp>
    <dsp:sp modelId="{A67F57D0-8860-4FD8-A9E2-BE4601DAECC2}">
      <dsp:nvSpPr>
        <dsp:cNvPr id="0" name=""/>
        <dsp:cNvSpPr/>
      </dsp:nvSpPr>
      <dsp:spPr>
        <a:xfrm>
          <a:off x="0" y="2175669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3DC50D-D7D9-4A65-BA37-4A069D6AFC49}">
      <dsp:nvSpPr>
        <dsp:cNvPr id="0" name=""/>
        <dsp:cNvSpPr/>
      </dsp:nvSpPr>
      <dsp:spPr>
        <a:xfrm>
          <a:off x="0" y="2175669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Success/error message display</a:t>
          </a:r>
        </a:p>
      </dsp:txBody>
      <dsp:txXfrm>
        <a:off x="0" y="2175669"/>
        <a:ext cx="10515600" cy="724514"/>
      </dsp:txXfrm>
    </dsp:sp>
    <dsp:sp modelId="{1548F1FB-DBF1-46B7-A32A-090E0BFB33AE}">
      <dsp:nvSpPr>
        <dsp:cNvPr id="0" name=""/>
        <dsp:cNvSpPr/>
      </dsp:nvSpPr>
      <dsp:spPr>
        <a:xfrm>
          <a:off x="0" y="2900183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8796CBE-239D-4403-8CB0-AAAE5BFDBC05}">
      <dsp:nvSpPr>
        <dsp:cNvPr id="0" name=""/>
        <dsp:cNvSpPr/>
      </dsp:nvSpPr>
      <dsp:spPr>
        <a:xfrm>
          <a:off x="0" y="2900183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Quick insights sidebar</a:t>
          </a:r>
        </a:p>
      </dsp:txBody>
      <dsp:txXfrm>
        <a:off x="0" y="2900183"/>
        <a:ext cx="10515600" cy="724514"/>
      </dsp:txXfrm>
    </dsp:sp>
    <dsp:sp modelId="{844E4FC4-23F1-4A57-B0DE-AF1A87D9093F}">
      <dsp:nvSpPr>
        <dsp:cNvPr id="0" name=""/>
        <dsp:cNvSpPr/>
      </dsp:nvSpPr>
      <dsp:spPr>
        <a:xfrm>
          <a:off x="0" y="3624698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B75B40-E498-4003-996B-30FD42C90736}">
      <dsp:nvSpPr>
        <dsp:cNvPr id="0" name=""/>
        <dsp:cNvSpPr/>
      </dsp:nvSpPr>
      <dsp:spPr>
        <a:xfrm>
          <a:off x="0" y="3624698"/>
          <a:ext cx="10515600" cy="72451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t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kern="1200"/>
            <a:t>Responsive design</a:t>
          </a:r>
        </a:p>
      </dsp:txBody>
      <dsp:txXfrm>
        <a:off x="0" y="3624698"/>
        <a:ext cx="10515600" cy="7245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AABE76-79CB-43DF-90A5-D7634A87621C}">
      <dsp:nvSpPr>
        <dsp:cNvPr id="0" name=""/>
        <dsp:cNvSpPr/>
      </dsp:nvSpPr>
      <dsp:spPr>
        <a:xfrm>
          <a:off x="0" y="2622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6BA497-9FBC-40CB-A287-0354224C8F53}">
      <dsp:nvSpPr>
        <dsp:cNvPr id="0" name=""/>
        <dsp:cNvSpPr/>
      </dsp:nvSpPr>
      <dsp:spPr>
        <a:xfrm>
          <a:off x="0" y="2622"/>
          <a:ext cx="10515600" cy="894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Features Shown:</a:t>
          </a:r>
        </a:p>
      </dsp:txBody>
      <dsp:txXfrm>
        <a:off x="0" y="2622"/>
        <a:ext cx="10515600" cy="894304"/>
      </dsp:txXfrm>
    </dsp:sp>
    <dsp:sp modelId="{9C3A774B-226E-4789-8C86-42805D558E17}">
      <dsp:nvSpPr>
        <dsp:cNvPr id="0" name=""/>
        <dsp:cNvSpPr/>
      </dsp:nvSpPr>
      <dsp:spPr>
        <a:xfrm>
          <a:off x="0" y="896927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FE6516-0378-4E15-B3BD-E6E58BA64C5B}">
      <dsp:nvSpPr>
        <dsp:cNvPr id="0" name=""/>
        <dsp:cNvSpPr/>
      </dsp:nvSpPr>
      <dsp:spPr>
        <a:xfrm>
          <a:off x="0" y="896927"/>
          <a:ext cx="10515600" cy="894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Expandable transaction form</a:t>
          </a:r>
        </a:p>
      </dsp:txBody>
      <dsp:txXfrm>
        <a:off x="0" y="896927"/>
        <a:ext cx="10515600" cy="894304"/>
      </dsp:txXfrm>
    </dsp:sp>
    <dsp:sp modelId="{5176B220-EBD4-40A3-BE55-2BA92FE6DC6A}">
      <dsp:nvSpPr>
        <dsp:cNvPr id="0" name=""/>
        <dsp:cNvSpPr/>
      </dsp:nvSpPr>
      <dsp:spPr>
        <a:xfrm>
          <a:off x="0" y="179123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45A1DE8-C70F-4B00-946A-7A2B55707F33}">
      <dsp:nvSpPr>
        <dsp:cNvPr id="0" name=""/>
        <dsp:cNvSpPr/>
      </dsp:nvSpPr>
      <dsp:spPr>
        <a:xfrm>
          <a:off x="0" y="1791231"/>
          <a:ext cx="10515600" cy="894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Date picker and amount fields</a:t>
          </a:r>
        </a:p>
      </dsp:txBody>
      <dsp:txXfrm>
        <a:off x="0" y="1791231"/>
        <a:ext cx="10515600" cy="894304"/>
      </dsp:txXfrm>
    </dsp:sp>
    <dsp:sp modelId="{583D4634-C219-4863-8566-13353F4A5927}">
      <dsp:nvSpPr>
        <dsp:cNvPr id="0" name=""/>
        <dsp:cNvSpPr/>
      </dsp:nvSpPr>
      <dsp:spPr>
        <a:xfrm>
          <a:off x="0" y="2685536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A3F9233-0E11-4286-B4AB-9BDF145B9255}">
      <dsp:nvSpPr>
        <dsp:cNvPr id="0" name=""/>
        <dsp:cNvSpPr/>
      </dsp:nvSpPr>
      <dsp:spPr>
        <a:xfrm>
          <a:off x="0" y="2685536"/>
          <a:ext cx="10515600" cy="894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Description input with placeholders</a:t>
          </a:r>
        </a:p>
      </dsp:txBody>
      <dsp:txXfrm>
        <a:off x="0" y="2685536"/>
        <a:ext cx="10515600" cy="894304"/>
      </dsp:txXfrm>
    </dsp:sp>
    <dsp:sp modelId="{4F24D6B8-46CF-4025-B3EE-2D5FDCB02B79}">
      <dsp:nvSpPr>
        <dsp:cNvPr id="0" name=""/>
        <dsp:cNvSpPr/>
      </dsp:nvSpPr>
      <dsp:spPr>
        <a:xfrm>
          <a:off x="0" y="3579841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3FFC05F-9D74-42A2-A4AA-AA732BB002F9}">
      <dsp:nvSpPr>
        <dsp:cNvPr id="0" name=""/>
        <dsp:cNvSpPr/>
      </dsp:nvSpPr>
      <dsp:spPr>
        <a:xfrm>
          <a:off x="0" y="3579841"/>
          <a:ext cx="10515600" cy="894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Category dropdown with AI hint</a:t>
          </a:r>
        </a:p>
      </dsp:txBody>
      <dsp:txXfrm>
        <a:off x="0" y="3579841"/>
        <a:ext cx="10515600" cy="894304"/>
      </dsp:txXfrm>
    </dsp:sp>
    <dsp:sp modelId="{35FF53B5-4848-414D-BCFD-6D2D8D5A9DEA}">
      <dsp:nvSpPr>
        <dsp:cNvPr id="0" name=""/>
        <dsp:cNvSpPr/>
      </dsp:nvSpPr>
      <dsp:spPr>
        <a:xfrm>
          <a:off x="0" y="4474145"/>
          <a:ext cx="10515600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5BFEDB5-1295-4065-9A7E-52B6CB818377}">
      <dsp:nvSpPr>
        <dsp:cNvPr id="0" name=""/>
        <dsp:cNvSpPr/>
      </dsp:nvSpPr>
      <dsp:spPr>
        <a:xfrm>
          <a:off x="0" y="4474145"/>
          <a:ext cx="10515600" cy="89430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t" anchorCtr="0">
          <a:noAutofit/>
        </a:bodyPr>
        <a:lstStyle/>
        <a:p>
          <a:pPr marL="0" lvl="0" indent="0" algn="l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Form validation and submission</a:t>
          </a:r>
        </a:p>
      </dsp:txBody>
      <dsp:txXfrm>
        <a:off x="0" y="4474145"/>
        <a:ext cx="10515600" cy="89430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39103D-754C-464C-8C58-FCC68D85B572}">
      <dsp:nvSpPr>
        <dsp:cNvPr id="0" name=""/>
        <dsp:cNvSpPr/>
      </dsp:nvSpPr>
      <dsp:spPr>
        <a:xfrm>
          <a:off x="0" y="50286"/>
          <a:ext cx="10515600" cy="4437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Authentication Security:</a:t>
          </a:r>
        </a:p>
      </dsp:txBody>
      <dsp:txXfrm>
        <a:off x="21664" y="71950"/>
        <a:ext cx="10472272" cy="400467"/>
      </dsp:txXfrm>
    </dsp:sp>
    <dsp:sp modelId="{F8A2F2FB-B4EF-4F7F-AE11-87FD34549288}">
      <dsp:nvSpPr>
        <dsp:cNvPr id="0" name=""/>
        <dsp:cNvSpPr/>
      </dsp:nvSpPr>
      <dsp:spPr>
        <a:xfrm>
          <a:off x="0" y="543042"/>
          <a:ext cx="10515600" cy="4437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🔒 Password Hashing: bcrypt with salt</a:t>
          </a:r>
        </a:p>
      </dsp:txBody>
      <dsp:txXfrm>
        <a:off x="21664" y="564706"/>
        <a:ext cx="10472272" cy="400467"/>
      </dsp:txXfrm>
    </dsp:sp>
    <dsp:sp modelId="{9A4015E4-9C80-4F00-9BBB-B6F8BF6B3EBC}">
      <dsp:nvSpPr>
        <dsp:cNvPr id="0" name=""/>
        <dsp:cNvSpPr/>
      </dsp:nvSpPr>
      <dsp:spPr>
        <a:xfrm>
          <a:off x="0" y="1035797"/>
          <a:ext cx="10515600" cy="4437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🎫 JWT Tokens: 7-day expiration</a:t>
          </a:r>
        </a:p>
      </dsp:txBody>
      <dsp:txXfrm>
        <a:off x="21664" y="1057461"/>
        <a:ext cx="10472272" cy="400467"/>
      </dsp:txXfrm>
    </dsp:sp>
    <dsp:sp modelId="{F9A5CC9F-F21F-4985-B7D6-23C68BFDE94D}">
      <dsp:nvSpPr>
        <dsp:cNvPr id="0" name=""/>
        <dsp:cNvSpPr/>
      </dsp:nvSpPr>
      <dsp:spPr>
        <a:xfrm>
          <a:off x="0" y="1528553"/>
          <a:ext cx="10515600" cy="4437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🛡️ Token Validation: Signature verification</a:t>
          </a:r>
        </a:p>
      </dsp:txBody>
      <dsp:txXfrm>
        <a:off x="21664" y="1550217"/>
        <a:ext cx="10472272" cy="400467"/>
      </dsp:txXfrm>
    </dsp:sp>
    <dsp:sp modelId="{B0DD8BF2-0080-400B-A296-1C4B70F3E859}">
      <dsp:nvSpPr>
        <dsp:cNvPr id="0" name=""/>
        <dsp:cNvSpPr/>
      </dsp:nvSpPr>
      <dsp:spPr>
        <a:xfrm>
          <a:off x="0" y="2021309"/>
          <a:ext cx="10515600" cy="4437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🔐 Session Management: Secure token storage</a:t>
          </a:r>
        </a:p>
      </dsp:txBody>
      <dsp:txXfrm>
        <a:off x="21664" y="2042973"/>
        <a:ext cx="10472272" cy="400467"/>
      </dsp:txXfrm>
    </dsp:sp>
    <dsp:sp modelId="{0D59DC45-8C89-4A8F-AE7A-3CEFF05D2C1C}">
      <dsp:nvSpPr>
        <dsp:cNvPr id="0" name=""/>
        <dsp:cNvSpPr/>
      </dsp:nvSpPr>
      <dsp:spPr>
        <a:xfrm>
          <a:off x="0" y="2514064"/>
          <a:ext cx="10515600" cy="4437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🚫 Error Handling: No information leakage</a:t>
          </a:r>
        </a:p>
      </dsp:txBody>
      <dsp:txXfrm>
        <a:off x="21664" y="2535728"/>
        <a:ext cx="10472272" cy="400467"/>
      </dsp:txXfrm>
    </dsp:sp>
    <dsp:sp modelId="{205A7508-0851-482E-BA83-C92ED35CD5DB}">
      <dsp:nvSpPr>
        <dsp:cNvPr id="0" name=""/>
        <dsp:cNvSpPr/>
      </dsp:nvSpPr>
      <dsp:spPr>
        <a:xfrm>
          <a:off x="0" y="3006820"/>
          <a:ext cx="10515600" cy="4437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Data Security:</a:t>
          </a:r>
        </a:p>
      </dsp:txBody>
      <dsp:txXfrm>
        <a:off x="21664" y="3028484"/>
        <a:ext cx="10472272" cy="400467"/>
      </dsp:txXfrm>
    </dsp:sp>
    <dsp:sp modelId="{25B69CD1-F96C-4956-BF24-D8090F31E0F4}">
      <dsp:nvSpPr>
        <dsp:cNvPr id="0" name=""/>
        <dsp:cNvSpPr/>
      </dsp:nvSpPr>
      <dsp:spPr>
        <a:xfrm>
          <a:off x="0" y="3499575"/>
          <a:ext cx="10515600" cy="4437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User data isolation</a:t>
          </a:r>
        </a:p>
      </dsp:txBody>
      <dsp:txXfrm>
        <a:off x="21664" y="3521239"/>
        <a:ext cx="10472272" cy="400467"/>
      </dsp:txXfrm>
    </dsp:sp>
    <dsp:sp modelId="{D037539A-235C-4F52-8BB4-04A5D92DA315}">
      <dsp:nvSpPr>
        <dsp:cNvPr id="0" name=""/>
        <dsp:cNvSpPr/>
      </dsp:nvSpPr>
      <dsp:spPr>
        <a:xfrm>
          <a:off x="0" y="3992331"/>
          <a:ext cx="10515600" cy="4437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SQL injection prevention</a:t>
          </a:r>
        </a:p>
      </dsp:txBody>
      <dsp:txXfrm>
        <a:off x="21664" y="4013995"/>
        <a:ext cx="10472272" cy="400467"/>
      </dsp:txXfrm>
    </dsp:sp>
    <dsp:sp modelId="{75B3CCBE-5628-41E3-A90C-9F4FB12D857E}">
      <dsp:nvSpPr>
        <dsp:cNvPr id="0" name=""/>
        <dsp:cNvSpPr/>
      </dsp:nvSpPr>
      <dsp:spPr>
        <a:xfrm>
          <a:off x="0" y="4485087"/>
          <a:ext cx="10515600" cy="4437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Input validation</a:t>
          </a:r>
        </a:p>
      </dsp:txBody>
      <dsp:txXfrm>
        <a:off x="21664" y="4506751"/>
        <a:ext cx="10472272" cy="400467"/>
      </dsp:txXfrm>
    </dsp:sp>
    <dsp:sp modelId="{05BA55B9-4383-4C9C-A1BF-B42A02125583}">
      <dsp:nvSpPr>
        <dsp:cNvPr id="0" name=""/>
        <dsp:cNvSpPr/>
      </dsp:nvSpPr>
      <dsp:spPr>
        <a:xfrm>
          <a:off x="0" y="4977842"/>
          <a:ext cx="10515600" cy="44379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Secure API endpoints</a:t>
          </a:r>
        </a:p>
      </dsp:txBody>
      <dsp:txXfrm>
        <a:off x="21664" y="4999506"/>
        <a:ext cx="10472272" cy="400467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1553F8-6970-4D03-8359-8569D11FA906}">
      <dsp:nvSpPr>
        <dsp:cNvPr id="0" name=""/>
        <dsp:cNvSpPr/>
      </dsp:nvSpPr>
      <dsp:spPr>
        <a:xfrm>
          <a:off x="0" y="4366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15A343-50A7-498C-8BA2-C2DD9142999E}">
      <dsp:nvSpPr>
        <dsp:cNvPr id="0" name=""/>
        <dsp:cNvSpPr/>
      </dsp:nvSpPr>
      <dsp:spPr>
        <a:xfrm>
          <a:off x="281355" y="213639"/>
          <a:ext cx="511556" cy="51155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B6B5DA-9AAF-4787-AC6D-782F548CF405}">
      <dsp:nvSpPr>
        <dsp:cNvPr id="0" name=""/>
        <dsp:cNvSpPr/>
      </dsp:nvSpPr>
      <dsp:spPr>
        <a:xfrm>
          <a:off x="1074268" y="4366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🎯 User Benefits:</a:t>
          </a:r>
        </a:p>
      </dsp:txBody>
      <dsp:txXfrm>
        <a:off x="1074268" y="4366"/>
        <a:ext cx="5170996" cy="930102"/>
      </dsp:txXfrm>
    </dsp:sp>
    <dsp:sp modelId="{0C06C369-B3CF-4AC1-A14E-981F9EFEDDDA}">
      <dsp:nvSpPr>
        <dsp:cNvPr id="0" name=""/>
        <dsp:cNvSpPr/>
      </dsp:nvSpPr>
      <dsp:spPr>
        <a:xfrm>
          <a:off x="0" y="1166994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A8216F-E58C-4D90-B2E6-5CE685E508C0}">
      <dsp:nvSpPr>
        <dsp:cNvPr id="0" name=""/>
        <dsp:cNvSpPr/>
      </dsp:nvSpPr>
      <dsp:spPr>
        <a:xfrm>
          <a:off x="281355" y="1376267"/>
          <a:ext cx="511556" cy="51155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67E316-C5AE-4186-926F-6A5CFE862B84}">
      <dsp:nvSpPr>
        <dsp:cNvPr id="0" name=""/>
        <dsp:cNvSpPr/>
      </dsp:nvSpPr>
      <dsp:spPr>
        <a:xfrm>
          <a:off x="1074268" y="1166994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Secure account creation</a:t>
          </a:r>
        </a:p>
      </dsp:txBody>
      <dsp:txXfrm>
        <a:off x="1074268" y="1166994"/>
        <a:ext cx="5170996" cy="930102"/>
      </dsp:txXfrm>
    </dsp:sp>
    <dsp:sp modelId="{94CFE6F9-6D03-4714-AE05-5ECDFAD6D3AC}">
      <dsp:nvSpPr>
        <dsp:cNvPr id="0" name=""/>
        <dsp:cNvSpPr/>
      </dsp:nvSpPr>
      <dsp:spPr>
        <a:xfrm>
          <a:off x="0" y="2329622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35A2EF-9BC1-4C39-8EA3-EE73A094A4A6}">
      <dsp:nvSpPr>
        <dsp:cNvPr id="0" name=""/>
        <dsp:cNvSpPr/>
      </dsp:nvSpPr>
      <dsp:spPr>
        <a:xfrm>
          <a:off x="281355" y="2538895"/>
          <a:ext cx="511556" cy="51155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040C33A-52A7-4A3E-8367-8886E2599EF1}">
      <dsp:nvSpPr>
        <dsp:cNvPr id="0" name=""/>
        <dsp:cNvSpPr/>
      </dsp:nvSpPr>
      <dsp:spPr>
        <a:xfrm>
          <a:off x="1074268" y="2329622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Easy transaction entry</a:t>
          </a:r>
        </a:p>
      </dsp:txBody>
      <dsp:txXfrm>
        <a:off x="1074268" y="2329622"/>
        <a:ext cx="5170996" cy="930102"/>
      </dsp:txXfrm>
    </dsp:sp>
    <dsp:sp modelId="{A9C5F33B-4FCD-4F10-B7CF-795258B95208}">
      <dsp:nvSpPr>
        <dsp:cNvPr id="0" name=""/>
        <dsp:cNvSpPr/>
      </dsp:nvSpPr>
      <dsp:spPr>
        <a:xfrm>
          <a:off x="0" y="3492250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10055D-7696-409F-B9AD-16FA1D663B0C}">
      <dsp:nvSpPr>
        <dsp:cNvPr id="0" name=""/>
        <dsp:cNvSpPr/>
      </dsp:nvSpPr>
      <dsp:spPr>
        <a:xfrm>
          <a:off x="281355" y="3701523"/>
          <a:ext cx="511556" cy="51155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D0BF43-7704-46D5-9CE7-FDB1D4D705CE}">
      <dsp:nvSpPr>
        <dsp:cNvPr id="0" name=""/>
        <dsp:cNvSpPr/>
      </dsp:nvSpPr>
      <dsp:spPr>
        <a:xfrm>
          <a:off x="1074268" y="3492250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Immediate data persistence</a:t>
          </a:r>
        </a:p>
      </dsp:txBody>
      <dsp:txXfrm>
        <a:off x="1074268" y="3492250"/>
        <a:ext cx="5170996" cy="930102"/>
      </dsp:txXfrm>
    </dsp:sp>
    <dsp:sp modelId="{98055917-AC61-4D2D-9DFF-9DDD2E36A664}">
      <dsp:nvSpPr>
        <dsp:cNvPr id="0" name=""/>
        <dsp:cNvSpPr/>
      </dsp:nvSpPr>
      <dsp:spPr>
        <a:xfrm>
          <a:off x="0" y="4654878"/>
          <a:ext cx="6245265" cy="93010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85E41FC-C53F-41BC-82BB-28634F28A711}">
      <dsp:nvSpPr>
        <dsp:cNvPr id="0" name=""/>
        <dsp:cNvSpPr/>
      </dsp:nvSpPr>
      <dsp:spPr>
        <a:xfrm>
          <a:off x="281355" y="4864151"/>
          <a:ext cx="511556" cy="511556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038A697-1AEC-407D-BA60-497F9FBB3BD4}">
      <dsp:nvSpPr>
        <dsp:cNvPr id="0" name=""/>
        <dsp:cNvSpPr/>
      </dsp:nvSpPr>
      <dsp:spPr>
        <a:xfrm>
          <a:off x="1074268" y="4654878"/>
          <a:ext cx="5170996" cy="93010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8436" tIns="98436" rIns="98436" bIns="98436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Clean, intuitive interface</a:t>
          </a:r>
        </a:p>
      </dsp:txBody>
      <dsp:txXfrm>
        <a:off x="1074268" y="4654878"/>
        <a:ext cx="5170996" cy="93010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RepeatingBendingProcessNew">
  <dgm:title val="Repeating Bending Process New"/>
  <dgm:desc val=""/>
  <dgm:catLst>
    <dgm:cat type="process" pri="5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self" func="var" arg="dir" op="equ" val="norm">
        <dgm:alg type="snake">
          <dgm:param type="grDir" val="tL"/>
          <dgm:param type="flowDir" val="row"/>
          <dgm:param type="contDir" val="sameDir"/>
          <dgm:param type="bkpt" val="endCnv"/>
        </dgm:alg>
      </dgm:if>
      <dgm:else name="Name3">
        <dgm:alg type="snake">
          <dgm:param type="grDir" val="tR"/>
          <dgm:param type="flowDir" val="row"/>
          <dgm:param type="contDir" val="same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23"/>
      <dgm:constr type="sp" refType="w" refFor="ch" refForName="sibTrans" op="equ"/>
      <dgm:constr type="userB" for="des" forName="connectorText" refType="sp"/>
      <dgm:constr type="primFontSz" for="ch" ptType="node" op="equ" val="65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h" refType="w" fact="0.6"/>
          <dgm:constr type="tMarg" refType="h" fact="0.243"/>
          <dgm:constr type="bMarg" refType="h" fact="0.243"/>
          <dgm:constr type="lMarg" refType="w" fact="0.1389"/>
          <dgm:constr type="rMarg" refType="w" fact="0.1389"/>
        </dgm:constrLst>
        <dgm:ruleLst>
          <dgm:rule type="primFontSz" val="12" fact="NaN" max="NaN"/>
        </dgm:ruleLst>
      </dgm:layoutNode>
      <dgm:forEach name="sibTransForEach" axis="followSib" ptType="sibTrans" cnt="1">
        <dgm:layoutNode name="sibTrans">
          <dgm:choose name="Name4">
            <dgm:if name="Name5" axis="self" func="var" arg="dir" op="equ" val="norm">
              <dgm:alg type="conn">
                <dgm:param type="connRout" val="bend"/>
                <dgm:param type="dim" val="1D"/>
                <dgm:param type="begPts" val="midR bCtr"/>
                <dgm:param type="endPts" val="midL tCtr"/>
              </dgm:alg>
            </dgm:if>
            <dgm:else name="Name6">
              <dgm:alg type="conn">
                <dgm:param type="connRout" val="bend"/>
                <dgm:param type="dim" val="1D"/>
                <dgm:param type="begPts" val="midL bCtr"/>
                <dgm:param type="endPts" val="midR tCtr"/>
              </dgm:alg>
            </dgm:else>
          </dgm:choose>
          <dgm:shape xmlns:r="http://schemas.openxmlformats.org/officeDocument/2006/relationships" type="conn" r:blip="" zOrderOff="-2">
            <dgm:adjLst/>
          </dgm:shape>
          <dgm:presOf axis="self"/>
          <dgm:constrLst>
            <dgm:constr type="begPad" val="-0.05"/>
            <dgm:constr type="endPad" val="0.9"/>
            <dgm:constr type="userA" for="ch" ref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rect" r:blip="" hideGeom="1">
              <dgm:adjLst/>
            </dgm:shape>
            <dgm:presOf axis="self"/>
            <dgm:constrLst>
              <dgm:constr type="userA"/>
              <dgm:constr type="userB"/>
              <dgm:constr type="w" refType="userA" fact="0.05"/>
              <dgm:constr type="h" refType="userB" fact="0.01"/>
              <dgm:constr type="lMarg" val="1"/>
              <dgm:constr type="rMarg" val="1"/>
              <dgm:constr type="tMarg"/>
              <dgm:constr type="bMarg"/>
            </dgm:constrLst>
            <dgm:ruleLst>
              <dgm:rule type="w" val="NaN" fact="0.6" max="NaN"/>
              <dgm:rule type="h" val="NaN" fact="0.6" max="NaN"/>
              <dgm:rule type="primFontSz" val="5" fact="NaN" max="NaN"/>
            </dgm:ruleLst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White calculator">
            <a:extLst>
              <a:ext uri="{FF2B5EF4-FFF2-40B4-BE49-F238E27FC236}">
                <a16:creationId xmlns:a16="http://schemas.microsoft.com/office/drawing/2014/main" id="{E986F7FB-02F8-6CCE-7BC7-19CA240DF411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/>
          </a:blip>
          <a:srcRect r="-2" b="15603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B0222B5-B739-82A9-5CCC-C5585AE12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344663" y="-4344657"/>
            <a:ext cx="3512260" cy="12201589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46000"/>
                </a:srgbClr>
              </a:gs>
              <a:gs pos="100000">
                <a:srgbClr val="000000">
                  <a:alpha val="60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1137434"/>
            <a:ext cx="7800660" cy="1520987"/>
          </a:xfrm>
        </p:spPr>
        <p:txBody>
          <a:bodyPr anchor="t">
            <a:normAutofit/>
          </a:bodyPr>
          <a:lstStyle/>
          <a:p>
            <a:pPr algn="l"/>
            <a:r>
              <a:rPr lang="en-US" sz="3400">
                <a:solidFill>
                  <a:srgbClr val="FFFFFF"/>
                </a:solidFill>
                <a:ea typeface="+mj-lt"/>
                <a:cs typeface="+mj-lt"/>
              </a:rPr>
              <a:t>Budget wise AI</a:t>
            </a:r>
            <a:endParaRPr lang="en-US" sz="3400">
              <a:solidFill>
                <a:srgbClr val="FFFFFF"/>
              </a:solidFill>
            </a:endParaRPr>
          </a:p>
          <a:p>
            <a:pPr algn="l"/>
            <a:r>
              <a:rPr lang="en-US" sz="3400">
                <a:solidFill>
                  <a:srgbClr val="FFFFFF"/>
                </a:solidFill>
                <a:ea typeface="+mj-lt"/>
                <a:cs typeface="+mj-lt"/>
              </a:rPr>
              <a:t>Based expense</a:t>
            </a:r>
            <a:endParaRPr lang="en-US" sz="3400">
              <a:solidFill>
                <a:srgbClr val="FFFFFF"/>
              </a:solidFill>
            </a:endParaRPr>
          </a:p>
          <a:p>
            <a:pPr algn="l"/>
            <a:r>
              <a:rPr lang="en-US" sz="3400">
                <a:solidFill>
                  <a:srgbClr val="FFFFFF"/>
                </a:solidFill>
                <a:ea typeface="+mj-lt"/>
                <a:cs typeface="+mj-lt"/>
              </a:rPr>
              <a:t>forecasting tool</a:t>
            </a:r>
            <a:endParaRPr lang="en-US" sz="3400">
              <a:solidFill>
                <a:srgbClr val="FFFFFF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E23E75-E7E9-4D9F-6D25-5512363F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878570" y="-449383"/>
            <a:ext cx="2425271" cy="12201588"/>
          </a:xfrm>
          <a:prstGeom prst="rect">
            <a:avLst/>
          </a:prstGeom>
          <a:gradFill flip="none" rotWithShape="1">
            <a:gsLst>
              <a:gs pos="10000">
                <a:srgbClr val="000000">
                  <a:alpha val="0"/>
                </a:srgbClr>
              </a:gs>
              <a:gs pos="66000">
                <a:srgbClr val="000000">
                  <a:alpha val="35000"/>
                </a:srgbClr>
              </a:gs>
              <a:gs pos="100000">
                <a:srgbClr val="000000">
                  <a:alpha val="45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0" y="4293441"/>
            <a:ext cx="6295332" cy="158851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1800">
                <a:solidFill>
                  <a:srgbClr val="FFFFFF"/>
                </a:solidFill>
                <a:latin typeface="Aptos Display"/>
              </a:rPr>
              <a:t>🎯 MILESTONE 1: User Authentication &amp; Basic Transaction Input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1B115DB-65EB-3FC3-7284-CFDF4ADC60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A46D76-B261-703A-B090-54141A554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endParaRPr lang="en-US" sz="4000">
              <a:solidFill>
                <a:srgbClr val="FFFFFF"/>
              </a:solidFill>
            </a:endParaRPr>
          </a:p>
          <a:p>
            <a:pPr algn="r"/>
            <a:r>
              <a:rPr lang="en-US" sz="4000">
                <a:solidFill>
                  <a:srgbClr val="FFFFFF"/>
                </a:solidFill>
              </a:rPr>
              <a:t>Milestone 1 Objectives</a:t>
            </a:r>
          </a:p>
          <a:p>
            <a:pPr algn="r"/>
            <a:endParaRPr lang="en-US" sz="4000">
              <a:solidFill>
                <a:srgbClr val="FFFFFF"/>
              </a:solidFill>
            </a:endParaRPr>
          </a:p>
          <a:p>
            <a:pPr algn="r"/>
            <a:endParaRPr lang="en-US" sz="4000">
              <a:solidFill>
                <a:srgbClr val="FFFFFF"/>
              </a:solidFill>
            </a:endParaRPr>
          </a:p>
          <a:p>
            <a:pPr algn="r"/>
            <a:endParaRPr lang="en-US" sz="4000">
              <a:solidFill>
                <a:srgbClr val="FFFFFF"/>
              </a:solidFill>
            </a:endParaRPr>
          </a:p>
          <a:p>
            <a:pPr algn="r"/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133B2-2E92-FE30-DEA7-5A871C1FA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900">
                <a:latin typeface="Aptos Display"/>
                <a:ea typeface="+mn-lt"/>
                <a:cs typeface="+mn-lt"/>
              </a:rPr>
              <a:t>High-Level Requirements Achieved:</a:t>
            </a:r>
            <a:endParaRPr lang="en-US" sz="1900">
              <a:ea typeface="+mn-lt"/>
              <a:cs typeface="+mn-lt"/>
            </a:endParaRPr>
          </a:p>
          <a:p>
            <a:r>
              <a:rPr lang="en-US" sz="1900">
                <a:ea typeface="+mn-lt"/>
                <a:cs typeface="+mn-lt"/>
              </a:rPr>
              <a:t>✅ User Registration System with JWT Security</a:t>
            </a:r>
            <a:endParaRPr lang="en-US" sz="1900"/>
          </a:p>
          <a:p>
            <a:endParaRPr lang="en-US" sz="1900"/>
          </a:p>
          <a:p>
            <a:r>
              <a:rPr lang="en-US" sz="1900">
                <a:ea typeface="+mn-lt"/>
                <a:cs typeface="+mn-lt"/>
              </a:rPr>
              <a:t>✅ Robust Login Mechanism for User Authentication</a:t>
            </a:r>
            <a:endParaRPr lang="en-US" sz="1900"/>
          </a:p>
          <a:p>
            <a:endParaRPr lang="en-US" sz="1900"/>
          </a:p>
          <a:p>
            <a:r>
              <a:rPr lang="en-US" sz="1900">
                <a:ea typeface="+mn-lt"/>
                <a:cs typeface="+mn-lt"/>
              </a:rPr>
              <a:t>✅ User Profile Management for Financial Data</a:t>
            </a:r>
            <a:endParaRPr lang="en-US" sz="1900"/>
          </a:p>
          <a:p>
            <a:endParaRPr lang="en-US" sz="1900"/>
          </a:p>
          <a:p>
            <a:r>
              <a:rPr lang="en-US" sz="1900">
                <a:ea typeface="+mn-lt"/>
                <a:cs typeface="+mn-lt"/>
              </a:rPr>
              <a:t>✅ Manual Transaction Input Interface</a:t>
            </a:r>
            <a:endParaRPr lang="en-US" sz="1900"/>
          </a:p>
          <a:p>
            <a:endParaRPr lang="en-US" sz="1900"/>
          </a:p>
          <a:p>
            <a:r>
              <a:rPr lang="en-US" sz="1900">
                <a:ea typeface="+mn-lt"/>
                <a:cs typeface="+mn-lt"/>
              </a:rPr>
              <a:t>✅ Secure Backend API with Flask</a:t>
            </a:r>
            <a:endParaRPr lang="en-US" sz="1900"/>
          </a:p>
          <a:p>
            <a:endParaRPr lang="en-US" sz="1900"/>
          </a:p>
          <a:p>
            <a:r>
              <a:rPr lang="en-US" sz="1900">
                <a:ea typeface="+mn-lt"/>
                <a:cs typeface="+mn-lt"/>
              </a:rPr>
              <a:t>✅ Interactive Frontend with Streamlit</a:t>
            </a:r>
            <a:endParaRPr lang="en-US" sz="1900"/>
          </a:p>
          <a:p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25116953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CBAA2D-4EC2-4A66-9810-D03367C1A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3700">
                <a:solidFill>
                  <a:srgbClr val="FFFFFF"/>
                </a:solidFill>
                <a:ea typeface="+mj-lt"/>
                <a:cs typeface="+mj-lt"/>
              </a:rPr>
              <a:t>User Authentication System</a:t>
            </a:r>
            <a:endParaRPr lang="en-US" sz="3700">
              <a:solidFill>
                <a:srgbClr val="FFFFFF"/>
              </a:solidFill>
            </a:endParaRPr>
          </a:p>
          <a:p>
            <a:pPr algn="r"/>
            <a:endParaRPr lang="en-US" sz="3700">
              <a:solidFill>
                <a:srgbClr val="FFFFFF"/>
              </a:solidFill>
            </a:endParaRPr>
          </a:p>
        </p:txBody>
      </p:sp>
      <p:graphicFrame>
        <p:nvGraphicFramePr>
          <p:cNvPr id="18" name="Content Placeholder 2">
            <a:extLst>
              <a:ext uri="{FF2B5EF4-FFF2-40B4-BE49-F238E27FC236}">
                <a16:creationId xmlns:a16="http://schemas.microsoft.com/office/drawing/2014/main" id="{57D56A80-0077-00AF-40AA-F83F738F34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924142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644364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71D6A1B-E00F-3AE7-7333-26CB3EB5AB85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l="9092" r="-7" b="20716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0FCF61-0417-36C0-7203-87C412FA1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ea typeface="+mj-lt"/>
                <a:cs typeface="+mj-lt"/>
              </a:rPr>
              <a:t>Transaction Management System</a:t>
            </a:r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33FC475-EE98-2994-912B-43EEA204F2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64210457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201934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6AB18B-198F-7D8B-C87A-8345D8760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Technical Architecture - Milestone 1</a:t>
            </a:r>
            <a:endParaRPr lang="en-US" sz="4000">
              <a:solidFill>
                <a:srgbClr val="FFFFFF"/>
              </a:solidFill>
            </a:endParaRPr>
          </a:p>
          <a:p>
            <a:pPr algn="r"/>
            <a:endParaRPr lang="en-US" sz="4000">
              <a:solidFill>
                <a:srgbClr val="FFFFFF"/>
              </a:solidFill>
            </a:endParaRPr>
          </a:p>
          <a:p>
            <a:pPr algn="r"/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25" name="Content Placeholder 2">
            <a:extLst>
              <a:ext uri="{FF2B5EF4-FFF2-40B4-BE49-F238E27FC236}">
                <a16:creationId xmlns:a16="http://schemas.microsoft.com/office/drawing/2014/main" id="{17052453-70B4-5459-8BDF-694FFECEAF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2313021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72244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5973131-B949-1F2C-DC98-0340D6FB9F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0701675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796979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7942995-B07F-4636-9A06-C6A104B26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7EFAFC-6C81-788A-639E-A5A2A95ED5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2960716"/>
            <a:ext cx="4036334" cy="2387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User Interface - Authentication</a:t>
            </a:r>
          </a:p>
          <a:p>
            <a:endParaRPr lang="en-US" sz="5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32D8612-31EB-44CF-A1D0-14FD4C7054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984992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19A4A0F-1B59-4DB0-9764-D10936E98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B81933D1-5615-42C7-9C0B-4EB7105CCE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85810" y="391886"/>
            <a:ext cx="6009366" cy="6017078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67B66C2-2FEE-EA87-8B79-3874CDD7D2F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330877" y="666728"/>
            <a:ext cx="2719231" cy="5465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691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B73CC9-27B9-0091-E8B4-5552525697D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425000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D143C-E07A-FCB6-5A21-04F0223E9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143501"/>
            <a:ext cx="9144000" cy="75731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200"/>
              <a:t>User Interface - Transaction Input</a:t>
            </a:r>
          </a:p>
          <a:p>
            <a:pPr algn="ctr"/>
            <a:endParaRPr lang="en-US" sz="3200"/>
          </a:p>
        </p:txBody>
      </p:sp>
      <p:pic>
        <p:nvPicPr>
          <p:cNvPr id="4" name="Content Placeholder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C398128-DB38-970A-753B-6FC83B4ED4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" b="291"/>
          <a:stretch>
            <a:fillRect/>
          </a:stretch>
        </p:blipFill>
        <p:spPr>
          <a:xfrm>
            <a:off x="877414" y="886767"/>
            <a:ext cx="10437894" cy="4006930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BE6E7D98-3D55-80C4-C8EA-40EC70EB12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76692" y="4888672"/>
            <a:ext cx="10439007" cy="123363"/>
            <a:chOff x="876692" y="4888672"/>
            <a:chExt cx="10439007" cy="123363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A306F60-DCBC-4BDA-A680-F760056207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6034515" y="-269151"/>
              <a:ext cx="123362" cy="10439007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C26A085-CFBC-6FED-8A8F-E9371A3AF2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719273" y="2415609"/>
              <a:ext cx="123362" cy="5069490"/>
            </a:xfrm>
            <a:prstGeom prst="rect">
              <a:avLst/>
            </a:prstGeom>
            <a:gradFill>
              <a:gsLst>
                <a:gs pos="30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7509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08A65EE-DBD2-1068-00A4-1E32DC3F642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805890"/>
          <a:ext cx="10515600" cy="53710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0599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Color Cover">
            <a:extLst>
              <a:ext uri="{FF2B5EF4-FFF2-40B4-BE49-F238E27FC236}">
                <a16:creationId xmlns:a16="http://schemas.microsoft.com/office/drawing/2014/main" id="{56AD21CA-472C-4EA1-A897-F639017AF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B29A5F49-8CEE-44D2-A717-96965326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88952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A4758941-095E-4760-9F3E-0E9F079AA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Color">
              <a:extLst>
                <a:ext uri="{FF2B5EF4-FFF2-40B4-BE49-F238E27FC236}">
                  <a16:creationId xmlns:a16="http://schemas.microsoft.com/office/drawing/2014/main" id="{9BA7B350-F1EB-47CD-8531-349F4BD68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7BAFF65-3C46-EDA0-378F-311562B95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325880" y="1947672"/>
            <a:ext cx="5961888" cy="2788920"/>
          </a:xfrm>
        </p:spPr>
        <p:txBody>
          <a:bodyPr anchor="ctr">
            <a:normAutofit/>
          </a:bodyPr>
          <a:lstStyle/>
          <a:p>
            <a:r>
              <a:rPr lang="en-US" sz="4800">
                <a:solidFill>
                  <a:schemeClr val="bg1"/>
                </a:solidFill>
                <a:ea typeface="+mj-lt"/>
                <a:cs typeface="+mj-lt"/>
              </a:rPr>
              <a:t>Database Design - Milestone 1</a:t>
            </a:r>
            <a:endParaRPr lang="en-US" sz="4800">
              <a:solidFill>
                <a:schemeClr val="bg1"/>
              </a:solidFill>
            </a:endParaRPr>
          </a:p>
          <a:p>
            <a:endParaRPr lang="en-US" sz="4800">
              <a:solidFill>
                <a:schemeClr val="bg1"/>
              </a:solidFill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5FE506-AB9A-470B-89C8-00826996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15300" y="252484"/>
            <a:ext cx="6244113" cy="624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ontent Placeholder 2">
            <a:extLst>
              <a:ext uri="{FF2B5EF4-FFF2-40B4-BE49-F238E27FC236}">
                <a16:creationId xmlns:a16="http://schemas.microsoft.com/office/drawing/2014/main" id="{BBFFFAE9-4E3E-D476-ECF3-E79B71F03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1584" y="540048"/>
            <a:ext cx="5652097" cy="564129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Tables Created:</a:t>
            </a:r>
            <a:endParaRPr lang="en-US" sz="1500">
              <a:solidFill>
                <a:schemeClr val="tx2"/>
              </a:solidFill>
            </a:endParaRPr>
          </a:p>
          <a:p>
            <a:endParaRPr lang="en-US" sz="1500">
              <a:solidFill>
                <a:schemeClr val="tx2"/>
              </a:solidFill>
            </a:endParaRPr>
          </a:p>
          <a:p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sql</a:t>
            </a:r>
            <a:endParaRPr lang="en-US" sz="1500">
              <a:solidFill>
                <a:schemeClr val="tx2"/>
              </a:solidFill>
            </a:endParaRPr>
          </a:p>
          <a:p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USERS Table:</a:t>
            </a:r>
            <a:endParaRPr lang="en-US" sz="1500">
              <a:solidFill>
                <a:schemeClr val="tx2"/>
              </a:solidFill>
            </a:endParaRPr>
          </a:p>
          <a:p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- id, email, password_hash, created_at</a:t>
            </a:r>
            <a:endParaRPr lang="en-US" sz="1500">
              <a:solidFill>
                <a:schemeClr val="tx2"/>
              </a:solidFill>
            </a:endParaRPr>
          </a:p>
          <a:p>
            <a:endParaRPr lang="en-US" sz="1500">
              <a:solidFill>
                <a:schemeClr val="tx2"/>
              </a:solidFill>
            </a:endParaRPr>
          </a:p>
          <a:p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TRANSACTIONS Table:  </a:t>
            </a:r>
            <a:endParaRPr lang="en-US" sz="1500">
              <a:solidFill>
                <a:schemeClr val="tx2"/>
              </a:solidFill>
            </a:endParaRPr>
          </a:p>
          <a:p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- id, user_id, date, amount, description, category, type</a:t>
            </a:r>
            <a:endParaRPr lang="en-US" sz="1500">
              <a:solidFill>
                <a:schemeClr val="tx2"/>
              </a:solidFill>
            </a:endParaRPr>
          </a:p>
          <a:p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Relationships:</a:t>
            </a:r>
            <a:endParaRPr lang="en-US" sz="1500">
              <a:solidFill>
                <a:schemeClr val="tx2"/>
              </a:solidFill>
            </a:endParaRPr>
          </a:p>
          <a:p>
            <a:endParaRPr lang="en-US" sz="1500">
              <a:solidFill>
                <a:schemeClr val="tx2"/>
              </a:solidFill>
            </a:endParaRPr>
          </a:p>
          <a:p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One-to-Many: Users → Transactions</a:t>
            </a:r>
            <a:endParaRPr lang="en-US" sz="1500">
              <a:solidFill>
                <a:schemeClr val="tx2"/>
              </a:solidFill>
            </a:endParaRPr>
          </a:p>
          <a:p>
            <a:endParaRPr lang="en-US" sz="1500">
              <a:solidFill>
                <a:schemeClr val="tx2"/>
              </a:solidFill>
            </a:endParaRPr>
          </a:p>
          <a:p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Foreign Key constraints</a:t>
            </a:r>
            <a:endParaRPr lang="en-US" sz="1500">
              <a:solidFill>
                <a:schemeClr val="tx2"/>
              </a:solidFill>
            </a:endParaRPr>
          </a:p>
          <a:p>
            <a:endParaRPr lang="en-US" sz="1500">
              <a:solidFill>
                <a:schemeClr val="tx2"/>
              </a:solidFill>
            </a:endParaRPr>
          </a:p>
          <a:p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Automatic timestamps</a:t>
            </a:r>
            <a:endParaRPr lang="en-US" sz="1500">
              <a:solidFill>
                <a:schemeClr val="tx2"/>
              </a:solidFill>
            </a:endParaRPr>
          </a:p>
          <a:p>
            <a:endParaRPr lang="en-US" sz="1500">
              <a:solidFill>
                <a:schemeClr val="tx2"/>
              </a:solidFill>
            </a:endParaRPr>
          </a:p>
          <a:p>
            <a:r>
              <a:rPr lang="en-US" sz="1500">
                <a:solidFill>
                  <a:schemeClr val="tx2"/>
                </a:solidFill>
                <a:ea typeface="+mn-lt"/>
                <a:cs typeface="+mn-lt"/>
              </a:rPr>
              <a:t>Data integrity enforcement</a:t>
            </a:r>
            <a:endParaRPr lang="en-US" sz="1500">
              <a:solidFill>
                <a:schemeClr val="tx2"/>
              </a:solidFill>
            </a:endParaRPr>
          </a:p>
          <a:p>
            <a:endParaRPr lang="en-US" sz="150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66716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C971F-DE78-54AC-BECD-2DE7EFDDF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+mj-lt"/>
                <a:cs typeface="+mj-lt"/>
              </a:rPr>
              <a:t>Security Implementation</a:t>
            </a:r>
            <a:endParaRPr lang="en-US"/>
          </a:p>
          <a:p>
            <a:endParaRPr lang="en-US"/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97FD9FD4-162C-648E-2255-EEF930E6B4C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030008"/>
          <a:ext cx="10515600" cy="54719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04555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A2679492-7988-4050-9056-5424444524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091B163-7D61-4891-ABCF-5C13D9C418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5779911" cy="6858000"/>
          </a:xfrm>
          <a:prstGeom prst="rect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E4978D-6987-3E97-E05C-6A1ED7BD36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8069" y="381935"/>
            <a:ext cx="4008583" cy="5974414"/>
          </a:xfrm>
        </p:spPr>
        <p:txBody>
          <a:bodyPr anchor="ctr">
            <a:normAutofit/>
          </a:bodyPr>
          <a:lstStyle/>
          <a:p>
            <a:r>
              <a:rPr lang="en-US" sz="5000">
                <a:solidFill>
                  <a:srgbClr val="FFFFFF"/>
                </a:solidFill>
                <a:ea typeface="+mj-lt"/>
                <a:cs typeface="+mj-lt"/>
              </a:rPr>
              <a:t>Milestone 1 Achievements</a:t>
            </a:r>
            <a:endParaRPr lang="en-US" sz="5000">
              <a:solidFill>
                <a:srgbClr val="FFFFFF"/>
              </a:solidFill>
            </a:endParaRPr>
          </a:p>
          <a:p>
            <a:endParaRPr lang="en-US" sz="5000">
              <a:solidFill>
                <a:srgbClr val="FFFFFF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0474DF76-993E-44DE-AFB0-C416182ACE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13892" y="554152"/>
            <a:ext cx="574177" cy="1075866"/>
            <a:chOff x="613892" y="554152"/>
            <a:chExt cx="574177" cy="1075866"/>
          </a:xfrm>
          <a:solidFill>
            <a:srgbClr val="FFFFFF"/>
          </a:solidFill>
        </p:grpSpPr>
        <p:sp>
          <p:nvSpPr>
            <p:cNvPr id="13" name="Graphic 11">
              <a:extLst>
                <a:ext uri="{FF2B5EF4-FFF2-40B4-BE49-F238E27FC236}">
                  <a16:creationId xmlns:a16="http://schemas.microsoft.com/office/drawing/2014/main" id="{6CB927A4-E432-4310-9CD5-E89FF50631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3061" y="554152"/>
              <a:ext cx="171515" cy="171515"/>
            </a:xfrm>
            <a:custGeom>
              <a:avLst/>
              <a:gdLst>
                <a:gd name="connsiteX0" fmla="*/ 159874 w 171515"/>
                <a:gd name="connsiteY0" fmla="*/ 74116 h 171515"/>
                <a:gd name="connsiteX1" fmla="*/ 97399 w 171515"/>
                <a:gd name="connsiteY1" fmla="*/ 74116 h 171515"/>
                <a:gd name="connsiteX2" fmla="*/ 97399 w 171515"/>
                <a:gd name="connsiteY2" fmla="*/ 11641 h 171515"/>
                <a:gd name="connsiteX3" fmla="*/ 85758 w 171515"/>
                <a:gd name="connsiteY3" fmla="*/ 0 h 171515"/>
                <a:gd name="connsiteX4" fmla="*/ 74116 w 171515"/>
                <a:gd name="connsiteY4" fmla="*/ 11641 h 171515"/>
                <a:gd name="connsiteX5" fmla="*/ 74116 w 171515"/>
                <a:gd name="connsiteY5" fmla="*/ 74116 h 171515"/>
                <a:gd name="connsiteX6" fmla="*/ 11641 w 171515"/>
                <a:gd name="connsiteY6" fmla="*/ 74116 h 171515"/>
                <a:gd name="connsiteX7" fmla="*/ 0 w 171515"/>
                <a:gd name="connsiteY7" fmla="*/ 85758 h 171515"/>
                <a:gd name="connsiteX8" fmla="*/ 11641 w 171515"/>
                <a:gd name="connsiteY8" fmla="*/ 97399 h 171515"/>
                <a:gd name="connsiteX9" fmla="*/ 74116 w 171515"/>
                <a:gd name="connsiteY9" fmla="*/ 97399 h 171515"/>
                <a:gd name="connsiteX10" fmla="*/ 74116 w 171515"/>
                <a:gd name="connsiteY10" fmla="*/ 159874 h 171515"/>
                <a:gd name="connsiteX11" fmla="*/ 85758 w 171515"/>
                <a:gd name="connsiteY11" fmla="*/ 171515 h 171515"/>
                <a:gd name="connsiteX12" fmla="*/ 97399 w 171515"/>
                <a:gd name="connsiteY12" fmla="*/ 159874 h 171515"/>
                <a:gd name="connsiteX13" fmla="*/ 97399 w 171515"/>
                <a:gd name="connsiteY13" fmla="*/ 97399 h 171515"/>
                <a:gd name="connsiteX14" fmla="*/ 159874 w 171515"/>
                <a:gd name="connsiteY14" fmla="*/ 97399 h 171515"/>
                <a:gd name="connsiteX15" fmla="*/ 171515 w 171515"/>
                <a:gd name="connsiteY15" fmla="*/ 85758 h 171515"/>
                <a:gd name="connsiteX16" fmla="*/ 159874 w 171515"/>
                <a:gd name="connsiteY16" fmla="*/ 74116 h 171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71515" h="171515">
                  <a:moveTo>
                    <a:pt x="159874" y="74116"/>
                  </a:moveTo>
                  <a:lnTo>
                    <a:pt x="97399" y="74116"/>
                  </a:lnTo>
                  <a:lnTo>
                    <a:pt x="97399" y="11641"/>
                  </a:lnTo>
                  <a:cubicBezTo>
                    <a:pt x="97399" y="5212"/>
                    <a:pt x="92187" y="0"/>
                    <a:pt x="85758" y="0"/>
                  </a:cubicBezTo>
                  <a:cubicBezTo>
                    <a:pt x="79328" y="0"/>
                    <a:pt x="74116" y="5212"/>
                    <a:pt x="74116" y="11641"/>
                  </a:cubicBezTo>
                  <a:lnTo>
                    <a:pt x="74116" y="74116"/>
                  </a:lnTo>
                  <a:lnTo>
                    <a:pt x="11641" y="74116"/>
                  </a:lnTo>
                  <a:cubicBezTo>
                    <a:pt x="5212" y="74116"/>
                    <a:pt x="0" y="79328"/>
                    <a:pt x="0" y="85758"/>
                  </a:cubicBezTo>
                  <a:cubicBezTo>
                    <a:pt x="0" y="92187"/>
                    <a:pt x="5212" y="97399"/>
                    <a:pt x="11641" y="97399"/>
                  </a:cubicBezTo>
                  <a:lnTo>
                    <a:pt x="74116" y="97399"/>
                  </a:lnTo>
                  <a:lnTo>
                    <a:pt x="74116" y="159874"/>
                  </a:lnTo>
                  <a:cubicBezTo>
                    <a:pt x="74116" y="166303"/>
                    <a:pt x="79328" y="171515"/>
                    <a:pt x="85758" y="171515"/>
                  </a:cubicBezTo>
                  <a:cubicBezTo>
                    <a:pt x="92187" y="171515"/>
                    <a:pt x="97399" y="166303"/>
                    <a:pt x="97399" y="159874"/>
                  </a:cubicBezTo>
                  <a:lnTo>
                    <a:pt x="97399" y="97399"/>
                  </a:lnTo>
                  <a:lnTo>
                    <a:pt x="159874" y="97399"/>
                  </a:lnTo>
                  <a:cubicBezTo>
                    <a:pt x="166303" y="97399"/>
                    <a:pt x="171515" y="92187"/>
                    <a:pt x="171515" y="85758"/>
                  </a:cubicBezTo>
                  <a:cubicBezTo>
                    <a:pt x="171515" y="79328"/>
                    <a:pt x="166303" y="74116"/>
                    <a:pt x="159874" y="74116"/>
                  </a:cubicBezTo>
                  <a:close/>
                </a:path>
              </a:pathLst>
            </a:custGeom>
            <a:grpFill/>
            <a:ln w="77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Graphic 10">
              <a:extLst>
                <a:ext uri="{FF2B5EF4-FFF2-40B4-BE49-F238E27FC236}">
                  <a16:creationId xmlns:a16="http://schemas.microsoft.com/office/drawing/2014/main" id="{E3020543-B24B-4EC4-8FFC-8DD88EEA91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75643" y="837005"/>
              <a:ext cx="112426" cy="112426"/>
            </a:xfrm>
            <a:custGeom>
              <a:avLst/>
              <a:gdLst>
                <a:gd name="connsiteX0" fmla="*/ 112426 w 112426"/>
                <a:gd name="connsiteY0" fmla="*/ 56213 h 112426"/>
                <a:gd name="connsiteX1" fmla="*/ 56213 w 112426"/>
                <a:gd name="connsiteY1" fmla="*/ 112426 h 112426"/>
                <a:gd name="connsiteX2" fmla="*/ 0 w 112426"/>
                <a:gd name="connsiteY2" fmla="*/ 56213 h 112426"/>
                <a:gd name="connsiteX3" fmla="*/ 56213 w 112426"/>
                <a:gd name="connsiteY3" fmla="*/ 0 h 112426"/>
                <a:gd name="connsiteX4" fmla="*/ 112426 w 112426"/>
                <a:gd name="connsiteY4" fmla="*/ 56213 h 112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2426" h="112426">
                  <a:moveTo>
                    <a:pt x="112426" y="56213"/>
                  </a:moveTo>
                  <a:cubicBezTo>
                    <a:pt x="112426" y="87259"/>
                    <a:pt x="87259" y="112426"/>
                    <a:pt x="56213" y="112426"/>
                  </a:cubicBezTo>
                  <a:cubicBezTo>
                    <a:pt x="25167" y="112426"/>
                    <a:pt x="0" y="87259"/>
                    <a:pt x="0" y="56213"/>
                  </a:cubicBezTo>
                  <a:cubicBezTo>
                    <a:pt x="0" y="25167"/>
                    <a:pt x="25167" y="0"/>
                    <a:pt x="56213" y="0"/>
                  </a:cubicBezTo>
                  <a:cubicBezTo>
                    <a:pt x="87259" y="0"/>
                    <a:pt x="112426" y="25167"/>
                    <a:pt x="112426" y="56213"/>
                  </a:cubicBezTo>
                  <a:close/>
                </a:path>
              </a:pathLst>
            </a:custGeom>
            <a:grpFill/>
            <a:ln w="51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Graphic 12">
              <a:extLst>
                <a:ext uri="{FF2B5EF4-FFF2-40B4-BE49-F238E27FC236}">
                  <a16:creationId xmlns:a16="http://schemas.microsoft.com/office/drawing/2014/main" id="{1453BF6C-B012-48B7-B4E8-6D7AC7C27D0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3892" y="1472473"/>
              <a:ext cx="157545" cy="157545"/>
            </a:xfrm>
            <a:custGeom>
              <a:avLst/>
              <a:gdLst>
                <a:gd name="connsiteX0" fmla="*/ 78773 w 157545"/>
                <a:gd name="connsiteY0" fmla="*/ 23283 h 157545"/>
                <a:gd name="connsiteX1" fmla="*/ 134262 w 157545"/>
                <a:gd name="connsiteY1" fmla="*/ 78773 h 157545"/>
                <a:gd name="connsiteX2" fmla="*/ 78773 w 157545"/>
                <a:gd name="connsiteY2" fmla="*/ 134262 h 157545"/>
                <a:gd name="connsiteX3" fmla="*/ 23283 w 157545"/>
                <a:gd name="connsiteY3" fmla="*/ 78773 h 157545"/>
                <a:gd name="connsiteX4" fmla="*/ 78773 w 157545"/>
                <a:gd name="connsiteY4" fmla="*/ 23283 h 157545"/>
                <a:gd name="connsiteX5" fmla="*/ 78773 w 157545"/>
                <a:gd name="connsiteY5" fmla="*/ 0 h 157545"/>
                <a:gd name="connsiteX6" fmla="*/ 0 w 157545"/>
                <a:gd name="connsiteY6" fmla="*/ 78773 h 157545"/>
                <a:gd name="connsiteX7" fmla="*/ 78773 w 157545"/>
                <a:gd name="connsiteY7" fmla="*/ 157545 h 157545"/>
                <a:gd name="connsiteX8" fmla="*/ 157545 w 157545"/>
                <a:gd name="connsiteY8" fmla="*/ 78773 h 157545"/>
                <a:gd name="connsiteX9" fmla="*/ 78773 w 157545"/>
                <a:gd name="connsiteY9" fmla="*/ 0 h 1575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57545" h="157545">
                  <a:moveTo>
                    <a:pt x="78773" y="23283"/>
                  </a:moveTo>
                  <a:cubicBezTo>
                    <a:pt x="109419" y="23283"/>
                    <a:pt x="134262" y="48126"/>
                    <a:pt x="134262" y="78773"/>
                  </a:cubicBezTo>
                  <a:cubicBezTo>
                    <a:pt x="134262" y="109419"/>
                    <a:pt x="109419" y="134262"/>
                    <a:pt x="78773" y="134262"/>
                  </a:cubicBezTo>
                  <a:cubicBezTo>
                    <a:pt x="48126" y="134262"/>
                    <a:pt x="23283" y="109419"/>
                    <a:pt x="23283" y="78773"/>
                  </a:cubicBezTo>
                  <a:cubicBezTo>
                    <a:pt x="23312" y="48139"/>
                    <a:pt x="48139" y="23312"/>
                    <a:pt x="78773" y="23283"/>
                  </a:cubicBezTo>
                  <a:moveTo>
                    <a:pt x="78773" y="0"/>
                  </a:moveTo>
                  <a:cubicBezTo>
                    <a:pt x="35268" y="0"/>
                    <a:pt x="0" y="35268"/>
                    <a:pt x="0" y="78773"/>
                  </a:cubicBezTo>
                  <a:cubicBezTo>
                    <a:pt x="0" y="122277"/>
                    <a:pt x="35268" y="157545"/>
                    <a:pt x="78773" y="157545"/>
                  </a:cubicBezTo>
                  <a:cubicBezTo>
                    <a:pt x="122277" y="157545"/>
                    <a:pt x="157545" y="122277"/>
                    <a:pt x="157545" y="78773"/>
                  </a:cubicBezTo>
                  <a:cubicBezTo>
                    <a:pt x="157545" y="35268"/>
                    <a:pt x="122277" y="0"/>
                    <a:pt x="78773" y="0"/>
                  </a:cubicBezTo>
                  <a:close/>
                </a:path>
              </a:pathLst>
            </a:custGeom>
            <a:grpFill/>
            <a:ln w="751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A023C-73BF-93D3-BD4C-7B844A84AA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Working user registration system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Secure login/logout functionality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Transaction input with validation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User-specific data isolation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Responsive web interface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Error handling and user feedback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  <a:ea typeface="+mn-lt"/>
                <a:cs typeface="+mn-lt"/>
              </a:rPr>
              <a:t>Database schema and relationships</a:t>
            </a:r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0679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659FDB4-FCBE-4A89-B46D-43D4FA5446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8313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8F51B3F-8331-4E4A-AE96-D47B1006EE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728053" y="1132114"/>
            <a:ext cx="0" cy="5717573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16200000" scaled="1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FB3B7AF4-8132-639F-8013-65A40DA00E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83879933"/>
              </p:ext>
            </p:extLst>
          </p:nvPr>
        </p:nvGraphicFramePr>
        <p:xfrm>
          <a:off x="5108535" y="1070800"/>
          <a:ext cx="6245265" cy="55893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86095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53252F-4873-4F63-801D-CC719279A7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47C8CCB-F95D-4249-92DD-651249D353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2013557" cy="6858000"/>
          </a:xfrm>
          <a:prstGeom prst="rect">
            <a:avLst/>
          </a:prstGeom>
          <a:solidFill>
            <a:srgbClr val="4053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EAE877-EA68-1C65-FC01-0D785A384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Overall Interface</a:t>
            </a:r>
          </a:p>
          <a:p>
            <a:pPr algn="ctr"/>
            <a:endParaRPr lang="en-US" sz="26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4" name="Content Placeholder 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496EEA5-979B-BD34-E713-0670E39898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8600" y="1711123"/>
            <a:ext cx="7188199" cy="3432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3149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0DCC097-1DB8-4B6D-85D0-6FBA0E1C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Freeform: Shape 11">
            <a:extLst>
              <a:ext uri="{FF2B5EF4-FFF2-40B4-BE49-F238E27FC236}">
                <a16:creationId xmlns:a16="http://schemas.microsoft.com/office/drawing/2014/main" id="{E0B58608-23C8-4441-994D-C6823EEE1D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1999" cy="2083506"/>
          </a:xfrm>
          <a:custGeom>
            <a:avLst/>
            <a:gdLst>
              <a:gd name="connsiteX0" fmla="*/ 0 w 12191999"/>
              <a:gd name="connsiteY0" fmla="*/ 0 h 2083506"/>
              <a:gd name="connsiteX1" fmla="*/ 9429748 w 12191999"/>
              <a:gd name="connsiteY1" fmla="*/ 0 h 2083506"/>
              <a:gd name="connsiteX2" fmla="*/ 9429748 w 12191999"/>
              <a:gd name="connsiteY2" fmla="*/ 1 h 2083506"/>
              <a:gd name="connsiteX3" fmla="*/ 12191999 w 12191999"/>
              <a:gd name="connsiteY3" fmla="*/ 1 h 2083506"/>
              <a:gd name="connsiteX4" fmla="*/ 12191999 w 12191999"/>
              <a:gd name="connsiteY4" fmla="*/ 1164372 h 2083506"/>
              <a:gd name="connsiteX5" fmla="*/ 12147852 w 12191999"/>
              <a:gd name="connsiteY5" fmla="*/ 1163783 h 2083506"/>
              <a:gd name="connsiteX6" fmla="*/ 11993604 w 12191999"/>
              <a:gd name="connsiteY6" fmla="*/ 1153496 h 2083506"/>
              <a:gd name="connsiteX7" fmla="*/ 11865319 w 12191999"/>
              <a:gd name="connsiteY7" fmla="*/ 1176624 h 2083506"/>
              <a:gd name="connsiteX8" fmla="*/ 11718353 w 12191999"/>
              <a:gd name="connsiteY8" fmla="*/ 1209136 h 2083506"/>
              <a:gd name="connsiteX9" fmla="*/ 11609067 w 12191999"/>
              <a:gd name="connsiteY9" fmla="*/ 1218512 h 2083506"/>
              <a:gd name="connsiteX10" fmla="*/ 11545958 w 12191999"/>
              <a:gd name="connsiteY10" fmla="*/ 1240430 h 2083506"/>
              <a:gd name="connsiteX11" fmla="*/ 11445770 w 12191999"/>
              <a:gd name="connsiteY11" fmla="*/ 1225780 h 2083506"/>
              <a:gd name="connsiteX12" fmla="*/ 11398842 w 12191999"/>
              <a:gd name="connsiteY12" fmla="*/ 1227250 h 2083506"/>
              <a:gd name="connsiteX13" fmla="*/ 11240093 w 12191999"/>
              <a:gd name="connsiteY13" fmla="*/ 1266797 h 2083506"/>
              <a:gd name="connsiteX14" fmla="*/ 11141364 w 12191999"/>
              <a:gd name="connsiteY14" fmla="*/ 1288059 h 2083506"/>
              <a:gd name="connsiteX15" fmla="*/ 11015396 w 12191999"/>
              <a:gd name="connsiteY15" fmla="*/ 1353104 h 2083506"/>
              <a:gd name="connsiteX16" fmla="*/ 10973905 w 12191999"/>
              <a:gd name="connsiteY16" fmla="*/ 1365109 h 2083506"/>
              <a:gd name="connsiteX17" fmla="*/ 10904858 w 12191999"/>
              <a:gd name="connsiteY17" fmla="*/ 1371966 h 2083506"/>
              <a:gd name="connsiteX18" fmla="*/ 10827883 w 12191999"/>
              <a:gd name="connsiteY18" fmla="*/ 1410270 h 2083506"/>
              <a:gd name="connsiteX19" fmla="*/ 10690996 w 12191999"/>
              <a:gd name="connsiteY19" fmla="*/ 1426394 h 2083506"/>
              <a:gd name="connsiteX20" fmla="*/ 10624461 w 12191999"/>
              <a:gd name="connsiteY20" fmla="*/ 1444283 h 2083506"/>
              <a:gd name="connsiteX21" fmla="*/ 10517208 w 12191999"/>
              <a:gd name="connsiteY21" fmla="*/ 1478947 h 2083506"/>
              <a:gd name="connsiteX22" fmla="*/ 10497937 w 12191999"/>
              <a:gd name="connsiteY22" fmla="*/ 1469831 h 2083506"/>
              <a:gd name="connsiteX23" fmla="*/ 10471201 w 12191999"/>
              <a:gd name="connsiteY23" fmla="*/ 1486037 h 2083506"/>
              <a:gd name="connsiteX24" fmla="*/ 10448263 w 12191999"/>
              <a:gd name="connsiteY24" fmla="*/ 1478223 h 2083506"/>
              <a:gd name="connsiteX25" fmla="*/ 10388089 w 12191999"/>
              <a:gd name="connsiteY25" fmla="*/ 1507175 h 2083506"/>
              <a:gd name="connsiteX26" fmla="*/ 10333720 w 12191999"/>
              <a:gd name="connsiteY26" fmla="*/ 1515848 h 2083506"/>
              <a:gd name="connsiteX27" fmla="*/ 10104338 w 12191999"/>
              <a:gd name="connsiteY27" fmla="*/ 1569424 h 2083506"/>
              <a:gd name="connsiteX28" fmla="*/ 9910445 w 12191999"/>
              <a:gd name="connsiteY28" fmla="*/ 1632275 h 2083506"/>
              <a:gd name="connsiteX29" fmla="*/ 9770872 w 12191999"/>
              <a:gd name="connsiteY29" fmla="*/ 1688088 h 2083506"/>
              <a:gd name="connsiteX30" fmla="*/ 9733849 w 12191999"/>
              <a:gd name="connsiteY30" fmla="*/ 1700034 h 2083506"/>
              <a:gd name="connsiteX31" fmla="*/ 9703714 w 12191999"/>
              <a:gd name="connsiteY31" fmla="*/ 1730093 h 2083506"/>
              <a:gd name="connsiteX32" fmla="*/ 9698351 w 12191999"/>
              <a:gd name="connsiteY32" fmla="*/ 1730377 h 2083506"/>
              <a:gd name="connsiteX33" fmla="*/ 9632895 w 12191999"/>
              <a:gd name="connsiteY33" fmla="*/ 1736363 h 2083506"/>
              <a:gd name="connsiteX34" fmla="*/ 9569107 w 12191999"/>
              <a:gd name="connsiteY34" fmla="*/ 1741010 h 2083506"/>
              <a:gd name="connsiteX35" fmla="*/ 9536451 w 12191999"/>
              <a:gd name="connsiteY35" fmla="*/ 1755120 h 2083506"/>
              <a:gd name="connsiteX36" fmla="*/ 9529385 w 12191999"/>
              <a:gd name="connsiteY36" fmla="*/ 1757515 h 2083506"/>
              <a:gd name="connsiteX37" fmla="*/ 9498527 w 12191999"/>
              <a:gd name="connsiteY37" fmla="*/ 1753117 h 2083506"/>
              <a:gd name="connsiteX38" fmla="*/ 9436642 w 12191999"/>
              <a:gd name="connsiteY38" fmla="*/ 1755478 h 2083506"/>
              <a:gd name="connsiteX39" fmla="*/ 9429748 w 12191999"/>
              <a:gd name="connsiteY39" fmla="*/ 1756317 h 2083506"/>
              <a:gd name="connsiteX40" fmla="*/ 9429748 w 12191999"/>
              <a:gd name="connsiteY40" fmla="*/ 1768745 h 2083506"/>
              <a:gd name="connsiteX41" fmla="*/ 9425802 w 12191999"/>
              <a:gd name="connsiteY41" fmla="*/ 1769273 h 2083506"/>
              <a:gd name="connsiteX42" fmla="*/ 9349763 w 12191999"/>
              <a:gd name="connsiteY42" fmla="*/ 1776107 h 2083506"/>
              <a:gd name="connsiteX43" fmla="*/ 9256503 w 12191999"/>
              <a:gd name="connsiteY43" fmla="*/ 1800699 h 2083506"/>
              <a:gd name="connsiteX44" fmla="*/ 9222873 w 12191999"/>
              <a:gd name="connsiteY44" fmla="*/ 1803003 h 2083506"/>
              <a:gd name="connsiteX45" fmla="*/ 9224095 w 12191999"/>
              <a:gd name="connsiteY45" fmla="*/ 1807355 h 2083506"/>
              <a:gd name="connsiteX46" fmla="*/ 9211603 w 12191999"/>
              <a:gd name="connsiteY46" fmla="*/ 1807675 h 2083506"/>
              <a:gd name="connsiteX47" fmla="*/ 9183719 w 12191999"/>
              <a:gd name="connsiteY47" fmla="*/ 1807781 h 2083506"/>
              <a:gd name="connsiteX48" fmla="*/ 9100221 w 12191999"/>
              <a:gd name="connsiteY48" fmla="*/ 1808989 h 2083506"/>
              <a:gd name="connsiteX49" fmla="*/ 9077439 w 12191999"/>
              <a:gd name="connsiteY49" fmla="*/ 1817333 h 2083506"/>
              <a:gd name="connsiteX50" fmla="*/ 9055889 w 12191999"/>
              <a:gd name="connsiteY50" fmla="*/ 1817464 h 2083506"/>
              <a:gd name="connsiteX51" fmla="*/ 8930912 w 12191999"/>
              <a:gd name="connsiteY51" fmla="*/ 1828648 h 2083506"/>
              <a:gd name="connsiteX52" fmla="*/ 8913729 w 12191999"/>
              <a:gd name="connsiteY52" fmla="*/ 1829483 h 2083506"/>
              <a:gd name="connsiteX53" fmla="*/ 8904423 w 12191999"/>
              <a:gd name="connsiteY53" fmla="*/ 1833234 h 2083506"/>
              <a:gd name="connsiteX54" fmla="*/ 8871099 w 12191999"/>
              <a:gd name="connsiteY54" fmla="*/ 1833979 h 2083506"/>
              <a:gd name="connsiteX55" fmla="*/ 8869557 w 12191999"/>
              <a:gd name="connsiteY55" fmla="*/ 1836113 h 2083506"/>
              <a:gd name="connsiteX56" fmla="*/ 8760021 w 12191999"/>
              <a:gd name="connsiteY56" fmla="*/ 1854442 h 2083506"/>
              <a:gd name="connsiteX57" fmla="*/ 8741254 w 12191999"/>
              <a:gd name="connsiteY57" fmla="*/ 1857469 h 2083506"/>
              <a:gd name="connsiteX58" fmla="*/ 8725039 w 12191999"/>
              <a:gd name="connsiteY58" fmla="*/ 1856552 h 2083506"/>
              <a:gd name="connsiteX59" fmla="*/ 8635265 w 12191999"/>
              <a:gd name="connsiteY59" fmla="*/ 1859168 h 2083506"/>
              <a:gd name="connsiteX60" fmla="*/ 8613911 w 12191999"/>
              <a:gd name="connsiteY60" fmla="*/ 1857561 h 2083506"/>
              <a:gd name="connsiteX61" fmla="*/ 8604931 w 12191999"/>
              <a:gd name="connsiteY61" fmla="*/ 1854170 h 2083506"/>
              <a:gd name="connsiteX62" fmla="*/ 8570171 w 12191999"/>
              <a:gd name="connsiteY62" fmla="*/ 1860579 h 2083506"/>
              <a:gd name="connsiteX63" fmla="*/ 8516537 w 12191999"/>
              <a:gd name="connsiteY63" fmla="*/ 1864971 h 2083506"/>
              <a:gd name="connsiteX64" fmla="*/ 8491046 w 12191999"/>
              <a:gd name="connsiteY64" fmla="*/ 1868141 h 2083506"/>
              <a:gd name="connsiteX65" fmla="*/ 8470478 w 12191999"/>
              <a:gd name="connsiteY65" fmla="*/ 1866216 h 2083506"/>
              <a:gd name="connsiteX66" fmla="*/ 8353433 w 12191999"/>
              <a:gd name="connsiteY66" fmla="*/ 1865729 h 2083506"/>
              <a:gd name="connsiteX67" fmla="*/ 8347675 w 12191999"/>
              <a:gd name="connsiteY67" fmla="*/ 1865075 h 2083506"/>
              <a:gd name="connsiteX68" fmla="*/ 8343939 w 12191999"/>
              <a:gd name="connsiteY68" fmla="*/ 1865677 h 2083506"/>
              <a:gd name="connsiteX69" fmla="*/ 8221566 w 12191999"/>
              <a:gd name="connsiteY69" fmla="*/ 1881148 h 2083506"/>
              <a:gd name="connsiteX70" fmla="*/ 8066095 w 12191999"/>
              <a:gd name="connsiteY70" fmla="*/ 1919902 h 2083506"/>
              <a:gd name="connsiteX71" fmla="*/ 8044849 w 12191999"/>
              <a:gd name="connsiteY71" fmla="*/ 1916308 h 2083506"/>
              <a:gd name="connsiteX72" fmla="*/ 8041142 w 12191999"/>
              <a:gd name="connsiteY72" fmla="*/ 1915506 h 2083506"/>
              <a:gd name="connsiteX73" fmla="*/ 8022159 w 12191999"/>
              <a:gd name="connsiteY73" fmla="*/ 1911521 h 2083506"/>
              <a:gd name="connsiteX74" fmla="*/ 7944932 w 12191999"/>
              <a:gd name="connsiteY74" fmla="*/ 1917265 h 2083506"/>
              <a:gd name="connsiteX75" fmla="*/ 7879011 w 12191999"/>
              <a:gd name="connsiteY75" fmla="*/ 1928570 h 2083506"/>
              <a:gd name="connsiteX76" fmla="*/ 7865529 w 12191999"/>
              <a:gd name="connsiteY76" fmla="*/ 1934399 h 2083506"/>
              <a:gd name="connsiteX77" fmla="*/ 7774801 w 12191999"/>
              <a:gd name="connsiteY77" fmla="*/ 1947969 h 2083506"/>
              <a:gd name="connsiteX78" fmla="*/ 7748398 w 12191999"/>
              <a:gd name="connsiteY78" fmla="*/ 1955982 h 2083506"/>
              <a:gd name="connsiteX79" fmla="*/ 7740684 w 12191999"/>
              <a:gd name="connsiteY79" fmla="*/ 1955717 h 2083506"/>
              <a:gd name="connsiteX80" fmla="*/ 7712976 w 12191999"/>
              <a:gd name="connsiteY80" fmla="*/ 1960442 h 2083506"/>
              <a:gd name="connsiteX81" fmla="*/ 7699956 w 12191999"/>
              <a:gd name="connsiteY81" fmla="*/ 1966104 h 2083506"/>
              <a:gd name="connsiteX82" fmla="*/ 7684158 w 12191999"/>
              <a:gd name="connsiteY82" fmla="*/ 1962927 h 2083506"/>
              <a:gd name="connsiteX83" fmla="*/ 7643109 w 12191999"/>
              <a:gd name="connsiteY83" fmla="*/ 1964400 h 2083506"/>
              <a:gd name="connsiteX84" fmla="*/ 7630180 w 12191999"/>
              <a:gd name="connsiteY84" fmla="*/ 1970266 h 2083506"/>
              <a:gd name="connsiteX85" fmla="*/ 7609131 w 12191999"/>
              <a:gd name="connsiteY85" fmla="*/ 1971774 h 2083506"/>
              <a:gd name="connsiteX86" fmla="*/ 7555555 w 12191999"/>
              <a:gd name="connsiteY86" fmla="*/ 1969491 h 2083506"/>
              <a:gd name="connsiteX87" fmla="*/ 7520919 w 12191999"/>
              <a:gd name="connsiteY87" fmla="*/ 1970177 h 2083506"/>
              <a:gd name="connsiteX88" fmla="*/ 7456258 w 12191999"/>
              <a:gd name="connsiteY88" fmla="*/ 1960468 h 2083506"/>
              <a:gd name="connsiteX89" fmla="*/ 7393047 w 12191999"/>
              <a:gd name="connsiteY89" fmla="*/ 1952408 h 2083506"/>
              <a:gd name="connsiteX90" fmla="*/ 7199912 w 12191999"/>
              <a:gd name="connsiteY90" fmla="*/ 1959913 h 2083506"/>
              <a:gd name="connsiteX91" fmla="*/ 7146774 w 12191999"/>
              <a:gd name="connsiteY91" fmla="*/ 1956641 h 2083506"/>
              <a:gd name="connsiteX92" fmla="*/ 7122244 w 12191999"/>
              <a:gd name="connsiteY92" fmla="*/ 1953891 h 2083506"/>
              <a:gd name="connsiteX93" fmla="*/ 7032241 w 12191999"/>
              <a:gd name="connsiteY93" fmla="*/ 1962723 h 2083506"/>
              <a:gd name="connsiteX94" fmla="*/ 6941492 w 12191999"/>
              <a:gd name="connsiteY94" fmla="*/ 1976868 h 2083506"/>
              <a:gd name="connsiteX95" fmla="*/ 6906514 w 12191999"/>
              <a:gd name="connsiteY95" fmla="*/ 1968589 h 2083506"/>
              <a:gd name="connsiteX96" fmla="*/ 6826395 w 12191999"/>
              <a:gd name="connsiteY96" fmla="*/ 1974141 h 2083506"/>
              <a:gd name="connsiteX97" fmla="*/ 6716431 w 12191999"/>
              <a:gd name="connsiteY97" fmla="*/ 2004297 h 2083506"/>
              <a:gd name="connsiteX98" fmla="*/ 6569607 w 12191999"/>
              <a:gd name="connsiteY98" fmla="*/ 2015496 h 2083506"/>
              <a:gd name="connsiteX99" fmla="*/ 6561430 w 12191999"/>
              <a:gd name="connsiteY99" fmla="*/ 2020996 h 2083506"/>
              <a:gd name="connsiteX100" fmla="*/ 6549371 w 12191999"/>
              <a:gd name="connsiteY100" fmla="*/ 2024747 h 2083506"/>
              <a:gd name="connsiteX101" fmla="*/ 6547040 w 12191999"/>
              <a:gd name="connsiteY101" fmla="*/ 2024474 h 2083506"/>
              <a:gd name="connsiteX102" fmla="*/ 6530482 w 12191999"/>
              <a:gd name="connsiteY102" fmla="*/ 2026659 h 2083506"/>
              <a:gd name="connsiteX103" fmla="*/ 6528565 w 12191999"/>
              <a:gd name="connsiteY103" fmla="*/ 2028600 h 2083506"/>
              <a:gd name="connsiteX104" fmla="*/ 6517741 w 12191999"/>
              <a:gd name="connsiteY104" fmla="*/ 2030558 h 2083506"/>
              <a:gd name="connsiteX105" fmla="*/ 6497855 w 12191999"/>
              <a:gd name="connsiteY105" fmla="*/ 2035650 h 2083506"/>
              <a:gd name="connsiteX106" fmla="*/ 6492785 w 12191999"/>
              <a:gd name="connsiteY106" fmla="*/ 2035444 h 2083506"/>
              <a:gd name="connsiteX107" fmla="*/ 6460692 w 12191999"/>
              <a:gd name="connsiteY107" fmla="*/ 2041321 h 2083506"/>
              <a:gd name="connsiteX108" fmla="*/ 6459609 w 12191999"/>
              <a:gd name="connsiteY108" fmla="*/ 2040851 h 2083506"/>
              <a:gd name="connsiteX109" fmla="*/ 6447765 w 12191999"/>
              <a:gd name="connsiteY109" fmla="*/ 2040102 h 2083506"/>
              <a:gd name="connsiteX110" fmla="*/ 6426590 w 12191999"/>
              <a:gd name="connsiteY110" fmla="*/ 2039928 h 2083506"/>
              <a:gd name="connsiteX111" fmla="*/ 6401693 w 12191999"/>
              <a:gd name="connsiteY111" fmla="*/ 2033537 h 2083506"/>
              <a:gd name="connsiteX112" fmla="*/ 6387141 w 12191999"/>
              <a:gd name="connsiteY112" fmla="*/ 2033161 h 2083506"/>
              <a:gd name="connsiteX113" fmla="*/ 6357846 w 12191999"/>
              <a:gd name="connsiteY113" fmla="*/ 2036782 h 2083506"/>
              <a:gd name="connsiteX114" fmla="*/ 6342914 w 12191999"/>
              <a:gd name="connsiteY114" fmla="*/ 2037585 h 2083506"/>
              <a:gd name="connsiteX115" fmla="*/ 6336300 w 12191999"/>
              <a:gd name="connsiteY115" fmla="*/ 2038781 h 2083506"/>
              <a:gd name="connsiteX116" fmla="*/ 6317178 w 12191999"/>
              <a:gd name="connsiteY116" fmla="*/ 2038968 h 2083506"/>
              <a:gd name="connsiteX117" fmla="*/ 6161427 w 12191999"/>
              <a:gd name="connsiteY117" fmla="*/ 2047338 h 2083506"/>
              <a:gd name="connsiteX118" fmla="*/ 6097339 w 12191999"/>
              <a:gd name="connsiteY118" fmla="*/ 2082438 h 2083506"/>
              <a:gd name="connsiteX119" fmla="*/ 6079059 w 12191999"/>
              <a:gd name="connsiteY119" fmla="*/ 2081299 h 2083506"/>
              <a:gd name="connsiteX120" fmla="*/ 5998439 w 12191999"/>
              <a:gd name="connsiteY120" fmla="*/ 2070958 h 2083506"/>
              <a:gd name="connsiteX121" fmla="*/ 5904290 w 12191999"/>
              <a:gd name="connsiteY121" fmla="*/ 2070255 h 2083506"/>
              <a:gd name="connsiteX122" fmla="*/ 5814867 w 12191999"/>
              <a:gd name="connsiteY122" fmla="*/ 2079032 h 2083506"/>
              <a:gd name="connsiteX123" fmla="*/ 5725743 w 12191999"/>
              <a:gd name="connsiteY123" fmla="*/ 2070558 h 2083506"/>
              <a:gd name="connsiteX124" fmla="*/ 5650546 w 12191999"/>
              <a:gd name="connsiteY124" fmla="*/ 2052412 h 2083506"/>
              <a:gd name="connsiteX125" fmla="*/ 5581284 w 12191999"/>
              <a:gd name="connsiteY125" fmla="*/ 2023175 h 2083506"/>
              <a:gd name="connsiteX126" fmla="*/ 5572593 w 12191999"/>
              <a:gd name="connsiteY126" fmla="*/ 2018391 h 2083506"/>
              <a:gd name="connsiteX127" fmla="*/ 5548580 w 12191999"/>
              <a:gd name="connsiteY127" fmla="*/ 2016951 h 2083506"/>
              <a:gd name="connsiteX128" fmla="*/ 5471173 w 12191999"/>
              <a:gd name="connsiteY128" fmla="*/ 2018786 h 2083506"/>
              <a:gd name="connsiteX129" fmla="*/ 5340320 w 12191999"/>
              <a:gd name="connsiteY129" fmla="*/ 2037611 h 2083506"/>
              <a:gd name="connsiteX130" fmla="*/ 5254376 w 12191999"/>
              <a:gd name="connsiteY130" fmla="*/ 2042928 h 2083506"/>
              <a:gd name="connsiteX131" fmla="*/ 5258035 w 12191999"/>
              <a:gd name="connsiteY131" fmla="*/ 2035649 h 2083506"/>
              <a:gd name="connsiteX132" fmla="*/ 5230622 w 12191999"/>
              <a:gd name="connsiteY132" fmla="*/ 2024576 h 2083506"/>
              <a:gd name="connsiteX133" fmla="*/ 5026203 w 12191999"/>
              <a:gd name="connsiteY133" fmla="*/ 2030162 h 2083506"/>
              <a:gd name="connsiteX134" fmla="*/ 4973988 w 12191999"/>
              <a:gd name="connsiteY134" fmla="*/ 2026668 h 2083506"/>
              <a:gd name="connsiteX135" fmla="*/ 4928030 w 12191999"/>
              <a:gd name="connsiteY135" fmla="*/ 2033642 h 2083506"/>
              <a:gd name="connsiteX136" fmla="*/ 4908970 w 12191999"/>
              <a:gd name="connsiteY136" fmla="*/ 2030033 h 2083506"/>
              <a:gd name="connsiteX137" fmla="*/ 4905679 w 12191999"/>
              <a:gd name="connsiteY137" fmla="*/ 2029300 h 2083506"/>
              <a:gd name="connsiteX138" fmla="*/ 4892525 w 12191999"/>
              <a:gd name="connsiteY138" fmla="*/ 2028768 h 2083506"/>
              <a:gd name="connsiteX139" fmla="*/ 4888818 w 12191999"/>
              <a:gd name="connsiteY139" fmla="*/ 2025619 h 2083506"/>
              <a:gd name="connsiteX140" fmla="*/ 4869018 w 12191999"/>
              <a:gd name="connsiteY140" fmla="*/ 2022668 h 2083506"/>
              <a:gd name="connsiteX141" fmla="*/ 4844804 w 12191999"/>
              <a:gd name="connsiteY141" fmla="*/ 2022527 h 2083506"/>
              <a:gd name="connsiteX142" fmla="*/ 4758778 w 12191999"/>
              <a:gd name="connsiteY142" fmla="*/ 2021694 h 2083506"/>
              <a:gd name="connsiteX143" fmla="*/ 4744748 w 12191999"/>
              <a:gd name="connsiteY143" fmla="*/ 2023396 h 2083506"/>
              <a:gd name="connsiteX144" fmla="*/ 4698956 w 12191999"/>
              <a:gd name="connsiteY144" fmla="*/ 2020558 h 2083506"/>
              <a:gd name="connsiteX145" fmla="*/ 4658147 w 12191999"/>
              <a:gd name="connsiteY145" fmla="*/ 2019920 h 2083506"/>
              <a:gd name="connsiteX146" fmla="*/ 4631706 w 12191999"/>
              <a:gd name="connsiteY146" fmla="*/ 2021274 h 2083506"/>
              <a:gd name="connsiteX147" fmla="*/ 4624776 w 12191999"/>
              <a:gd name="connsiteY147" fmla="*/ 2020152 h 2083506"/>
              <a:gd name="connsiteX148" fmla="*/ 4598150 w 12191999"/>
              <a:gd name="connsiteY148" fmla="*/ 2019429 h 2083506"/>
              <a:gd name="connsiteX149" fmla="*/ 4584588 w 12191999"/>
              <a:gd name="connsiteY149" fmla="*/ 2021092 h 2083506"/>
              <a:gd name="connsiteX150" fmla="*/ 4571203 w 12191999"/>
              <a:gd name="connsiteY150" fmla="*/ 2017263 h 2083506"/>
              <a:gd name="connsiteX151" fmla="*/ 4567930 w 12191999"/>
              <a:gd name="connsiteY151" fmla="*/ 2014458 h 2083506"/>
              <a:gd name="connsiteX152" fmla="*/ 4548984 w 12191999"/>
              <a:gd name="connsiteY152" fmla="*/ 2015717 h 2083506"/>
              <a:gd name="connsiteX153" fmla="*/ 4533451 w 12191999"/>
              <a:gd name="connsiteY153" fmla="*/ 2012976 h 2083506"/>
              <a:gd name="connsiteX154" fmla="*/ 4519910 w 12191999"/>
              <a:gd name="connsiteY154" fmla="*/ 2014768 h 2083506"/>
              <a:gd name="connsiteX155" fmla="*/ 4514290 w 12191999"/>
              <a:gd name="connsiteY155" fmla="*/ 2014364 h 2083506"/>
              <a:gd name="connsiteX156" fmla="*/ 4500320 w 12191999"/>
              <a:gd name="connsiteY156" fmla="*/ 2013007 h 2083506"/>
              <a:gd name="connsiteX157" fmla="*/ 4476219 w 12191999"/>
              <a:gd name="connsiteY157" fmla="*/ 2009993 h 2083506"/>
              <a:gd name="connsiteX158" fmla="*/ 4468701 w 12191999"/>
              <a:gd name="connsiteY158" fmla="*/ 2009574 h 2083506"/>
              <a:gd name="connsiteX159" fmla="*/ 4452333 w 12191999"/>
              <a:gd name="connsiteY159" fmla="*/ 2004964 h 2083506"/>
              <a:gd name="connsiteX160" fmla="*/ 4420644 w 12191999"/>
              <a:gd name="connsiteY160" fmla="*/ 2001021 h 2083506"/>
              <a:gd name="connsiteX161" fmla="*/ 4364856 w 12191999"/>
              <a:gd name="connsiteY161" fmla="*/ 1987267 h 2083506"/>
              <a:gd name="connsiteX162" fmla="*/ 4332062 w 12191999"/>
              <a:gd name="connsiteY162" fmla="*/ 1980703 h 2083506"/>
              <a:gd name="connsiteX163" fmla="*/ 4309876 w 12191999"/>
              <a:gd name="connsiteY163" fmla="*/ 1974653 h 2083506"/>
              <a:gd name="connsiteX164" fmla="*/ 4244391 w 12191999"/>
              <a:gd name="connsiteY164" fmla="*/ 1966109 h 2083506"/>
              <a:gd name="connsiteX165" fmla="*/ 4132071 w 12191999"/>
              <a:gd name="connsiteY165" fmla="*/ 1954813 h 2083506"/>
              <a:gd name="connsiteX166" fmla="*/ 4109069 w 12191999"/>
              <a:gd name="connsiteY166" fmla="*/ 1951778 h 2083506"/>
              <a:gd name="connsiteX167" fmla="*/ 4092908 w 12191999"/>
              <a:gd name="connsiteY167" fmla="*/ 1946662 h 2083506"/>
              <a:gd name="connsiteX168" fmla="*/ 4092306 w 12191999"/>
              <a:gd name="connsiteY168" fmla="*/ 1943291 h 2083506"/>
              <a:gd name="connsiteX169" fmla="*/ 4080234 w 12191999"/>
              <a:gd name="connsiteY169" fmla="*/ 1941219 h 2083506"/>
              <a:gd name="connsiteX170" fmla="*/ 4077778 w 12191999"/>
              <a:gd name="connsiteY170" fmla="*/ 1940145 h 2083506"/>
              <a:gd name="connsiteX171" fmla="*/ 4062936 w 12191999"/>
              <a:gd name="connsiteY171" fmla="*/ 1934506 h 2083506"/>
              <a:gd name="connsiteX172" fmla="*/ 4012506 w 12191999"/>
              <a:gd name="connsiteY172" fmla="*/ 1935475 h 2083506"/>
              <a:gd name="connsiteX173" fmla="*/ 3965880 w 12191999"/>
              <a:gd name="connsiteY173" fmla="*/ 1925968 h 2083506"/>
              <a:gd name="connsiteX174" fmla="*/ 3765338 w 12191999"/>
              <a:gd name="connsiteY174" fmla="*/ 1906649 h 2083506"/>
              <a:gd name="connsiteX175" fmla="*/ 3749493 w 12191999"/>
              <a:gd name="connsiteY175" fmla="*/ 1893071 h 2083506"/>
              <a:gd name="connsiteX176" fmla="*/ 3672704 w 12191999"/>
              <a:gd name="connsiteY176" fmla="*/ 1881383 h 2083506"/>
              <a:gd name="connsiteX177" fmla="*/ 3530082 w 12191999"/>
              <a:gd name="connsiteY177" fmla="*/ 1883187 h 2083506"/>
              <a:gd name="connsiteX178" fmla="*/ 3387664 w 12191999"/>
              <a:gd name="connsiteY178" fmla="*/ 1862579 h 2083506"/>
              <a:gd name="connsiteX179" fmla="*/ 3371681 w 12191999"/>
              <a:gd name="connsiteY179" fmla="*/ 1865293 h 2083506"/>
              <a:gd name="connsiteX180" fmla="*/ 3355305 w 12191999"/>
              <a:gd name="connsiteY180" fmla="*/ 1865842 h 2083506"/>
              <a:gd name="connsiteX181" fmla="*/ 3353790 w 12191999"/>
              <a:gd name="connsiteY181" fmla="*/ 1865158 h 2083506"/>
              <a:gd name="connsiteX182" fmla="*/ 3336210 w 12191999"/>
              <a:gd name="connsiteY182" fmla="*/ 1863564 h 2083506"/>
              <a:gd name="connsiteX183" fmla="*/ 3331381 w 12191999"/>
              <a:gd name="connsiteY183" fmla="*/ 1864716 h 2083506"/>
              <a:gd name="connsiteX184" fmla="*/ 3319012 w 12191999"/>
              <a:gd name="connsiteY184" fmla="*/ 1864093 h 2083506"/>
              <a:gd name="connsiteX185" fmla="*/ 3293818 w 12191999"/>
              <a:gd name="connsiteY185" fmla="*/ 1864135 h 2083506"/>
              <a:gd name="connsiteX186" fmla="*/ 3289881 w 12191999"/>
              <a:gd name="connsiteY186" fmla="*/ 1862954 h 2083506"/>
              <a:gd name="connsiteX187" fmla="*/ 3253090 w 12191999"/>
              <a:gd name="connsiteY187" fmla="*/ 1861164 h 2083506"/>
              <a:gd name="connsiteX188" fmla="*/ 3252949 w 12191999"/>
              <a:gd name="connsiteY188" fmla="*/ 1860574 h 2083506"/>
              <a:gd name="connsiteX189" fmla="*/ 3244187 w 12191999"/>
              <a:gd name="connsiteY189" fmla="*/ 1857604 h 2083506"/>
              <a:gd name="connsiteX190" fmla="*/ 3246570 w 12191999"/>
              <a:gd name="connsiteY190" fmla="*/ 1852946 h 2083506"/>
              <a:gd name="connsiteX191" fmla="*/ 3237810 w 12191999"/>
              <a:gd name="connsiteY191" fmla="*/ 1853064 h 2083506"/>
              <a:gd name="connsiteX192" fmla="*/ 3230822 w 12191999"/>
              <a:gd name="connsiteY192" fmla="*/ 1855474 h 2083506"/>
              <a:gd name="connsiteX193" fmla="*/ 3136549 w 12191999"/>
              <a:gd name="connsiteY193" fmla="*/ 1874037 h 2083506"/>
              <a:gd name="connsiteX194" fmla="*/ 2845754 w 12191999"/>
              <a:gd name="connsiteY194" fmla="*/ 1910932 h 2083506"/>
              <a:gd name="connsiteX195" fmla="*/ 2786878 w 12191999"/>
              <a:gd name="connsiteY195" fmla="*/ 1917162 h 2083506"/>
              <a:gd name="connsiteX196" fmla="*/ 2725298 w 12191999"/>
              <a:gd name="connsiteY196" fmla="*/ 1912340 h 2083506"/>
              <a:gd name="connsiteX197" fmla="*/ 2697754 w 12191999"/>
              <a:gd name="connsiteY197" fmla="*/ 1914863 h 2083506"/>
              <a:gd name="connsiteX198" fmla="*/ 2568063 w 12191999"/>
              <a:gd name="connsiteY198" fmla="*/ 1936283 h 2083506"/>
              <a:gd name="connsiteX199" fmla="*/ 2489784 w 12191999"/>
              <a:gd name="connsiteY199" fmla="*/ 1943720 h 2083506"/>
              <a:gd name="connsiteX200" fmla="*/ 2458978 w 12191999"/>
              <a:gd name="connsiteY200" fmla="*/ 1938095 h 2083506"/>
              <a:gd name="connsiteX201" fmla="*/ 2318712 w 12191999"/>
              <a:gd name="connsiteY201" fmla="*/ 1934474 h 2083506"/>
              <a:gd name="connsiteX202" fmla="*/ 2268709 w 12191999"/>
              <a:gd name="connsiteY202" fmla="*/ 1940521 h 2083506"/>
              <a:gd name="connsiteX203" fmla="*/ 2264080 w 12191999"/>
              <a:gd name="connsiteY203" fmla="*/ 1941232 h 2083506"/>
              <a:gd name="connsiteX204" fmla="*/ 2254684 w 12191999"/>
              <a:gd name="connsiteY204" fmla="*/ 1943524 h 2083506"/>
              <a:gd name="connsiteX205" fmla="*/ 2252523 w 12191999"/>
              <a:gd name="connsiteY205" fmla="*/ 1943004 h 2083506"/>
              <a:gd name="connsiteX206" fmla="*/ 2173350 w 12191999"/>
              <a:gd name="connsiteY206" fmla="*/ 1929202 h 2083506"/>
              <a:gd name="connsiteX207" fmla="*/ 2155266 w 12191999"/>
              <a:gd name="connsiteY207" fmla="*/ 1920267 h 2083506"/>
              <a:gd name="connsiteX208" fmla="*/ 2091013 w 12191999"/>
              <a:gd name="connsiteY208" fmla="*/ 1914631 h 2083506"/>
              <a:gd name="connsiteX209" fmla="*/ 2030712 w 12191999"/>
              <a:gd name="connsiteY209" fmla="*/ 1897690 h 2083506"/>
              <a:gd name="connsiteX210" fmla="*/ 1908838 w 12191999"/>
              <a:gd name="connsiteY210" fmla="*/ 1892222 h 2083506"/>
              <a:gd name="connsiteX211" fmla="*/ 1877796 w 12191999"/>
              <a:gd name="connsiteY211" fmla="*/ 1883887 h 2083506"/>
              <a:gd name="connsiteX212" fmla="*/ 1875824 w 12191999"/>
              <a:gd name="connsiteY212" fmla="*/ 1879265 h 2083506"/>
              <a:gd name="connsiteX213" fmla="*/ 1823048 w 12191999"/>
              <a:gd name="connsiteY213" fmla="*/ 1881064 h 2083506"/>
              <a:gd name="connsiteX214" fmla="*/ 1765736 w 12191999"/>
              <a:gd name="connsiteY214" fmla="*/ 1856578 h 2083506"/>
              <a:gd name="connsiteX215" fmla="*/ 1725669 w 12191999"/>
              <a:gd name="connsiteY215" fmla="*/ 1833744 h 2083506"/>
              <a:gd name="connsiteX216" fmla="*/ 1725216 w 12191999"/>
              <a:gd name="connsiteY216" fmla="*/ 1829447 h 2083506"/>
              <a:gd name="connsiteX217" fmla="*/ 1721485 w 12191999"/>
              <a:gd name="connsiteY217" fmla="*/ 1828960 h 2083506"/>
              <a:gd name="connsiteX218" fmla="*/ 1717786 w 12191999"/>
              <a:gd name="connsiteY218" fmla="*/ 1832224 h 2083506"/>
              <a:gd name="connsiteX219" fmla="*/ 1689907 w 12191999"/>
              <a:gd name="connsiteY219" fmla="*/ 1825425 h 2083506"/>
              <a:gd name="connsiteX220" fmla="*/ 1688093 w 12191999"/>
              <a:gd name="connsiteY220" fmla="*/ 1817391 h 2083506"/>
              <a:gd name="connsiteX221" fmla="*/ 1496789 w 12191999"/>
              <a:gd name="connsiteY221" fmla="*/ 1805297 h 2083506"/>
              <a:gd name="connsiteX222" fmla="*/ 1392839 w 12191999"/>
              <a:gd name="connsiteY222" fmla="*/ 1758649 h 2083506"/>
              <a:gd name="connsiteX223" fmla="*/ 1360872 w 12191999"/>
              <a:gd name="connsiteY223" fmla="*/ 1752441 h 2083506"/>
              <a:gd name="connsiteX224" fmla="*/ 1313885 w 12191999"/>
              <a:gd name="connsiteY224" fmla="*/ 1731785 h 2083506"/>
              <a:gd name="connsiteX225" fmla="*/ 1247665 w 12191999"/>
              <a:gd name="connsiteY225" fmla="*/ 1727765 h 2083506"/>
              <a:gd name="connsiteX226" fmla="*/ 1196850 w 12191999"/>
              <a:gd name="connsiteY226" fmla="*/ 1729622 h 2083506"/>
              <a:gd name="connsiteX227" fmla="*/ 1168728 w 12191999"/>
              <a:gd name="connsiteY227" fmla="*/ 1728550 h 2083506"/>
              <a:gd name="connsiteX228" fmla="*/ 1096918 w 12191999"/>
              <a:gd name="connsiteY228" fmla="*/ 1721485 h 2083506"/>
              <a:gd name="connsiteX229" fmla="*/ 1094082 w 12191999"/>
              <a:gd name="connsiteY229" fmla="*/ 1720113 h 2083506"/>
              <a:gd name="connsiteX230" fmla="*/ 1040782 w 12191999"/>
              <a:gd name="connsiteY230" fmla="*/ 1721762 h 2083506"/>
              <a:gd name="connsiteX231" fmla="*/ 955980 w 12191999"/>
              <a:gd name="connsiteY231" fmla="*/ 1719289 h 2083506"/>
              <a:gd name="connsiteX232" fmla="*/ 926108 w 12191999"/>
              <a:gd name="connsiteY232" fmla="*/ 1715917 h 2083506"/>
              <a:gd name="connsiteX233" fmla="*/ 876049 w 12191999"/>
              <a:gd name="connsiteY233" fmla="*/ 1710422 h 2083506"/>
              <a:gd name="connsiteX234" fmla="*/ 839194 w 12191999"/>
              <a:gd name="connsiteY234" fmla="*/ 1700176 h 2083506"/>
              <a:gd name="connsiteX235" fmla="*/ 797112 w 12191999"/>
              <a:gd name="connsiteY235" fmla="*/ 1698014 h 2083506"/>
              <a:gd name="connsiteX236" fmla="*/ 786610 w 12191999"/>
              <a:gd name="connsiteY236" fmla="*/ 1705455 h 2083506"/>
              <a:gd name="connsiteX237" fmla="*/ 741833 w 12191999"/>
              <a:gd name="connsiteY237" fmla="*/ 1700566 h 2083506"/>
              <a:gd name="connsiteX238" fmla="*/ 673985 w 12191999"/>
              <a:gd name="connsiteY238" fmla="*/ 1692278 h 2083506"/>
              <a:gd name="connsiteX239" fmla="*/ 634665 w 12191999"/>
              <a:gd name="connsiteY239" fmla="*/ 1689550 h 2083506"/>
              <a:gd name="connsiteX240" fmla="*/ 527471 w 12191999"/>
              <a:gd name="connsiteY240" fmla="*/ 1679869 h 2083506"/>
              <a:gd name="connsiteX241" fmla="*/ 420260 w 12191999"/>
              <a:gd name="connsiteY241" fmla="*/ 1668475 h 2083506"/>
              <a:gd name="connsiteX242" fmla="*/ 357630 w 12191999"/>
              <a:gd name="connsiteY242" fmla="*/ 1652142 h 2083506"/>
              <a:gd name="connsiteX243" fmla="*/ 269407 w 12191999"/>
              <a:gd name="connsiteY243" fmla="*/ 1643812 h 2083506"/>
              <a:gd name="connsiteX244" fmla="*/ 254769 w 12191999"/>
              <a:gd name="connsiteY244" fmla="*/ 1641013 h 2083506"/>
              <a:gd name="connsiteX245" fmla="*/ 150763 w 12191999"/>
              <a:gd name="connsiteY245" fmla="*/ 1628143 h 2083506"/>
              <a:gd name="connsiteX246" fmla="*/ 29133 w 12191999"/>
              <a:gd name="connsiteY246" fmla="*/ 1626172 h 2083506"/>
              <a:gd name="connsiteX247" fmla="*/ 0 w 12191999"/>
              <a:gd name="connsiteY247" fmla="*/ 1619589 h 20835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</a:cxnLst>
            <a:rect l="l" t="t" r="r" b="b"/>
            <a:pathLst>
              <a:path w="12191999" h="2083506">
                <a:moveTo>
                  <a:pt x="0" y="0"/>
                </a:moveTo>
                <a:lnTo>
                  <a:pt x="9429748" y="0"/>
                </a:lnTo>
                <a:lnTo>
                  <a:pt x="9429748" y="1"/>
                </a:lnTo>
                <a:lnTo>
                  <a:pt x="12191999" y="1"/>
                </a:lnTo>
                <a:lnTo>
                  <a:pt x="12191999" y="1164372"/>
                </a:lnTo>
                <a:lnTo>
                  <a:pt x="12147852" y="1163783"/>
                </a:lnTo>
                <a:cubicBezTo>
                  <a:pt x="12063101" y="1189107"/>
                  <a:pt x="12045020" y="1156925"/>
                  <a:pt x="11993604" y="1153496"/>
                </a:cubicBezTo>
                <a:cubicBezTo>
                  <a:pt x="11954216" y="1165241"/>
                  <a:pt x="11911195" y="1167350"/>
                  <a:pt x="11865319" y="1176624"/>
                </a:cubicBezTo>
                <a:cubicBezTo>
                  <a:pt x="11822513" y="1184682"/>
                  <a:pt x="11766915" y="1201558"/>
                  <a:pt x="11718353" y="1209136"/>
                </a:cubicBezTo>
                <a:cubicBezTo>
                  <a:pt x="11675379" y="1217463"/>
                  <a:pt x="11638007" y="1216639"/>
                  <a:pt x="11609067" y="1218512"/>
                </a:cubicBezTo>
                <a:cubicBezTo>
                  <a:pt x="11597582" y="1221322"/>
                  <a:pt x="11554280" y="1243577"/>
                  <a:pt x="11545958" y="1240430"/>
                </a:cubicBezTo>
                <a:lnTo>
                  <a:pt x="11445770" y="1225780"/>
                </a:lnTo>
                <a:cubicBezTo>
                  <a:pt x="11425543" y="1230782"/>
                  <a:pt x="11413740" y="1222096"/>
                  <a:pt x="11398842" y="1227250"/>
                </a:cubicBezTo>
                <a:cubicBezTo>
                  <a:pt x="11367060" y="1233093"/>
                  <a:pt x="11269285" y="1263712"/>
                  <a:pt x="11240093" y="1266797"/>
                </a:cubicBezTo>
                <a:cubicBezTo>
                  <a:pt x="11197297" y="1273685"/>
                  <a:pt x="11181311" y="1272682"/>
                  <a:pt x="11141364" y="1288059"/>
                </a:cubicBezTo>
                <a:cubicBezTo>
                  <a:pt x="11099891" y="1305386"/>
                  <a:pt x="11051533" y="1319157"/>
                  <a:pt x="11015396" y="1353104"/>
                </a:cubicBezTo>
                <a:cubicBezTo>
                  <a:pt x="11009424" y="1362217"/>
                  <a:pt x="10992328" y="1361966"/>
                  <a:pt x="10973905" y="1365109"/>
                </a:cubicBezTo>
                <a:cubicBezTo>
                  <a:pt x="10955482" y="1368254"/>
                  <a:pt x="10907369" y="1372817"/>
                  <a:pt x="10904858" y="1371966"/>
                </a:cubicBezTo>
                <a:cubicBezTo>
                  <a:pt x="10880521" y="1379494"/>
                  <a:pt x="10873670" y="1399734"/>
                  <a:pt x="10827883" y="1410270"/>
                </a:cubicBezTo>
                <a:cubicBezTo>
                  <a:pt x="10790248" y="1415655"/>
                  <a:pt x="10724899" y="1420726"/>
                  <a:pt x="10690996" y="1426394"/>
                </a:cubicBezTo>
                <a:cubicBezTo>
                  <a:pt x="10676463" y="1423331"/>
                  <a:pt x="10634514" y="1436908"/>
                  <a:pt x="10624461" y="1444283"/>
                </a:cubicBezTo>
                <a:cubicBezTo>
                  <a:pt x="10601952" y="1468442"/>
                  <a:pt x="10536224" y="1460228"/>
                  <a:pt x="10517208" y="1478947"/>
                </a:cubicBezTo>
                <a:cubicBezTo>
                  <a:pt x="10509508" y="1482271"/>
                  <a:pt x="10505833" y="1468818"/>
                  <a:pt x="10497937" y="1469831"/>
                </a:cubicBezTo>
                <a:lnTo>
                  <a:pt x="10471201" y="1486037"/>
                </a:lnTo>
                <a:lnTo>
                  <a:pt x="10448263" y="1478223"/>
                </a:lnTo>
                <a:lnTo>
                  <a:pt x="10388089" y="1507175"/>
                </a:lnTo>
                <a:cubicBezTo>
                  <a:pt x="10350285" y="1513081"/>
                  <a:pt x="10383281" y="1526586"/>
                  <a:pt x="10333720" y="1515848"/>
                </a:cubicBezTo>
                <a:cubicBezTo>
                  <a:pt x="10286428" y="1526223"/>
                  <a:pt x="10174884" y="1550019"/>
                  <a:pt x="10104338" y="1569424"/>
                </a:cubicBezTo>
                <a:cubicBezTo>
                  <a:pt x="10066963" y="1581564"/>
                  <a:pt x="9967395" y="1605712"/>
                  <a:pt x="9910445" y="1632275"/>
                </a:cubicBezTo>
                <a:cubicBezTo>
                  <a:pt x="9856131" y="1644130"/>
                  <a:pt x="9831118" y="1689967"/>
                  <a:pt x="9770872" y="1688088"/>
                </a:cubicBezTo>
                <a:cubicBezTo>
                  <a:pt x="9769882" y="1691843"/>
                  <a:pt x="9737016" y="1697044"/>
                  <a:pt x="9733849" y="1700034"/>
                </a:cubicBezTo>
                <a:lnTo>
                  <a:pt x="9703714" y="1730093"/>
                </a:lnTo>
                <a:lnTo>
                  <a:pt x="9698351" y="1730377"/>
                </a:lnTo>
                <a:lnTo>
                  <a:pt x="9632895" y="1736363"/>
                </a:lnTo>
                <a:lnTo>
                  <a:pt x="9569107" y="1741010"/>
                </a:lnTo>
                <a:cubicBezTo>
                  <a:pt x="9558961" y="1745882"/>
                  <a:pt x="9548028" y="1750646"/>
                  <a:pt x="9536451" y="1755120"/>
                </a:cubicBezTo>
                <a:lnTo>
                  <a:pt x="9529385" y="1757515"/>
                </a:lnTo>
                <a:lnTo>
                  <a:pt x="9498527" y="1753117"/>
                </a:lnTo>
                <a:lnTo>
                  <a:pt x="9436642" y="1755478"/>
                </a:lnTo>
                <a:lnTo>
                  <a:pt x="9429748" y="1756317"/>
                </a:lnTo>
                <a:lnTo>
                  <a:pt x="9429748" y="1768745"/>
                </a:lnTo>
                <a:lnTo>
                  <a:pt x="9425802" y="1769273"/>
                </a:lnTo>
                <a:cubicBezTo>
                  <a:pt x="9390751" y="1773262"/>
                  <a:pt x="9371406" y="1773457"/>
                  <a:pt x="9349763" y="1776107"/>
                </a:cubicBezTo>
                <a:cubicBezTo>
                  <a:pt x="9314721" y="1782260"/>
                  <a:pt x="9277650" y="1796217"/>
                  <a:pt x="9256503" y="1800699"/>
                </a:cubicBezTo>
                <a:lnTo>
                  <a:pt x="9222873" y="1803003"/>
                </a:lnTo>
                <a:lnTo>
                  <a:pt x="9224095" y="1807355"/>
                </a:lnTo>
                <a:lnTo>
                  <a:pt x="9211603" y="1807675"/>
                </a:lnTo>
                <a:lnTo>
                  <a:pt x="9183719" y="1807781"/>
                </a:lnTo>
                <a:cubicBezTo>
                  <a:pt x="9166319" y="1808439"/>
                  <a:pt x="9117935" y="1807396"/>
                  <a:pt x="9100221" y="1808989"/>
                </a:cubicBezTo>
                <a:cubicBezTo>
                  <a:pt x="9095111" y="1813630"/>
                  <a:pt x="9087224" y="1816160"/>
                  <a:pt x="9077439" y="1817333"/>
                </a:cubicBezTo>
                <a:lnTo>
                  <a:pt x="9055889" y="1817464"/>
                </a:lnTo>
                <a:lnTo>
                  <a:pt x="8930912" y="1828648"/>
                </a:lnTo>
                <a:lnTo>
                  <a:pt x="8913729" y="1829483"/>
                </a:lnTo>
                <a:lnTo>
                  <a:pt x="8904423" y="1833234"/>
                </a:lnTo>
                <a:cubicBezTo>
                  <a:pt x="8897319" y="1833982"/>
                  <a:pt x="8876911" y="1833498"/>
                  <a:pt x="8871099" y="1833979"/>
                </a:cubicBezTo>
                <a:lnTo>
                  <a:pt x="8869557" y="1836113"/>
                </a:lnTo>
                <a:cubicBezTo>
                  <a:pt x="8851043" y="1839524"/>
                  <a:pt x="8781405" y="1850882"/>
                  <a:pt x="8760021" y="1854442"/>
                </a:cubicBezTo>
                <a:cubicBezTo>
                  <a:pt x="8755749" y="1851161"/>
                  <a:pt x="8746183" y="1856343"/>
                  <a:pt x="8741254" y="1857469"/>
                </a:cubicBezTo>
                <a:cubicBezTo>
                  <a:pt x="8740491" y="1855259"/>
                  <a:pt x="8728559" y="1854585"/>
                  <a:pt x="8725039" y="1856552"/>
                </a:cubicBezTo>
                <a:cubicBezTo>
                  <a:pt x="8641157" y="1867333"/>
                  <a:pt x="8683145" y="1845054"/>
                  <a:pt x="8635265" y="1859168"/>
                </a:cubicBezTo>
                <a:cubicBezTo>
                  <a:pt x="8626795" y="1860103"/>
                  <a:pt x="8619931" y="1859212"/>
                  <a:pt x="8613911" y="1857561"/>
                </a:cubicBezTo>
                <a:lnTo>
                  <a:pt x="8604931" y="1854170"/>
                </a:lnTo>
                <a:lnTo>
                  <a:pt x="8570171" y="1860579"/>
                </a:lnTo>
                <a:cubicBezTo>
                  <a:pt x="8553049" y="1862813"/>
                  <a:pt x="8535028" y="1864294"/>
                  <a:pt x="8516537" y="1864971"/>
                </a:cubicBezTo>
                <a:cubicBezTo>
                  <a:pt x="8512388" y="1860455"/>
                  <a:pt x="8497874" y="1866870"/>
                  <a:pt x="8491046" y="1868141"/>
                </a:cubicBezTo>
                <a:cubicBezTo>
                  <a:pt x="8490975" y="1865191"/>
                  <a:pt x="8475847" y="1863778"/>
                  <a:pt x="8470478" y="1866216"/>
                </a:cubicBezTo>
                <a:cubicBezTo>
                  <a:pt x="8357654" y="1876758"/>
                  <a:pt x="8421139" y="1849210"/>
                  <a:pt x="8353433" y="1865729"/>
                </a:cubicBezTo>
                <a:lnTo>
                  <a:pt x="8347675" y="1865075"/>
                </a:lnTo>
                <a:lnTo>
                  <a:pt x="8343939" y="1865677"/>
                </a:lnTo>
                <a:cubicBezTo>
                  <a:pt x="8309852" y="1870841"/>
                  <a:pt x="8272587" y="1875809"/>
                  <a:pt x="8221566" y="1881148"/>
                </a:cubicBezTo>
                <a:cubicBezTo>
                  <a:pt x="8158043" y="1892960"/>
                  <a:pt x="8095547" y="1914042"/>
                  <a:pt x="8066095" y="1919902"/>
                </a:cubicBezTo>
                <a:cubicBezTo>
                  <a:pt x="8058949" y="1919234"/>
                  <a:pt x="8051921" y="1917862"/>
                  <a:pt x="8044849" y="1916308"/>
                </a:cubicBezTo>
                <a:lnTo>
                  <a:pt x="8041142" y="1915506"/>
                </a:lnTo>
                <a:lnTo>
                  <a:pt x="8022159" y="1911521"/>
                </a:lnTo>
                <a:lnTo>
                  <a:pt x="7944932" y="1917265"/>
                </a:lnTo>
                <a:lnTo>
                  <a:pt x="7879011" y="1928570"/>
                </a:lnTo>
                <a:lnTo>
                  <a:pt x="7865529" y="1934399"/>
                </a:lnTo>
                <a:lnTo>
                  <a:pt x="7774801" y="1947969"/>
                </a:lnTo>
                <a:lnTo>
                  <a:pt x="7748398" y="1955982"/>
                </a:lnTo>
                <a:lnTo>
                  <a:pt x="7740684" y="1955717"/>
                </a:lnTo>
                <a:cubicBezTo>
                  <a:pt x="7728362" y="1958584"/>
                  <a:pt x="7714099" y="1968442"/>
                  <a:pt x="7712976" y="1960442"/>
                </a:cubicBezTo>
                <a:lnTo>
                  <a:pt x="7699956" y="1966104"/>
                </a:lnTo>
                <a:lnTo>
                  <a:pt x="7684158" y="1962927"/>
                </a:lnTo>
                <a:cubicBezTo>
                  <a:pt x="7674684" y="1962643"/>
                  <a:pt x="7652105" y="1963177"/>
                  <a:pt x="7643109" y="1964400"/>
                </a:cubicBezTo>
                <a:lnTo>
                  <a:pt x="7630180" y="1970266"/>
                </a:lnTo>
                <a:lnTo>
                  <a:pt x="7609131" y="1971774"/>
                </a:lnTo>
                <a:cubicBezTo>
                  <a:pt x="7596694" y="1971644"/>
                  <a:pt x="7570258" y="1969757"/>
                  <a:pt x="7555555" y="1969491"/>
                </a:cubicBezTo>
                <a:cubicBezTo>
                  <a:pt x="7541460" y="1966540"/>
                  <a:pt x="7530571" y="1964848"/>
                  <a:pt x="7520919" y="1970177"/>
                </a:cubicBezTo>
                <a:cubicBezTo>
                  <a:pt x="7500295" y="1966884"/>
                  <a:pt x="7480780" y="1949401"/>
                  <a:pt x="7456258" y="1960468"/>
                </a:cubicBezTo>
                <a:cubicBezTo>
                  <a:pt x="7434946" y="1957506"/>
                  <a:pt x="7435772" y="1952500"/>
                  <a:pt x="7393047" y="1952408"/>
                </a:cubicBezTo>
                <a:cubicBezTo>
                  <a:pt x="7356520" y="1952860"/>
                  <a:pt x="7236307" y="1958626"/>
                  <a:pt x="7199912" y="1959913"/>
                </a:cubicBezTo>
                <a:cubicBezTo>
                  <a:pt x="7176501" y="1959942"/>
                  <a:pt x="7160098" y="1958343"/>
                  <a:pt x="7146774" y="1956641"/>
                </a:cubicBezTo>
                <a:lnTo>
                  <a:pt x="7122244" y="1953891"/>
                </a:lnTo>
                <a:lnTo>
                  <a:pt x="7032241" y="1962723"/>
                </a:lnTo>
                <a:cubicBezTo>
                  <a:pt x="6997214" y="1965198"/>
                  <a:pt x="6963725" y="1968396"/>
                  <a:pt x="6941492" y="1976868"/>
                </a:cubicBezTo>
                <a:cubicBezTo>
                  <a:pt x="6947015" y="1970398"/>
                  <a:pt x="6923088" y="1965379"/>
                  <a:pt x="6906514" y="1968589"/>
                </a:cubicBezTo>
                <a:cubicBezTo>
                  <a:pt x="6925890" y="1943204"/>
                  <a:pt x="6840983" y="1991464"/>
                  <a:pt x="6826395" y="1974141"/>
                </a:cubicBezTo>
                <a:cubicBezTo>
                  <a:pt x="6825676" y="1990223"/>
                  <a:pt x="6751393" y="2017492"/>
                  <a:pt x="6716431" y="2004297"/>
                </a:cubicBezTo>
                <a:cubicBezTo>
                  <a:pt x="6663167" y="2007518"/>
                  <a:pt x="6625450" y="2020811"/>
                  <a:pt x="6569607" y="2015496"/>
                </a:cubicBezTo>
                <a:cubicBezTo>
                  <a:pt x="6567874" y="2017648"/>
                  <a:pt x="6565034" y="2019449"/>
                  <a:pt x="6561430" y="2020996"/>
                </a:cubicBezTo>
                <a:lnTo>
                  <a:pt x="6549371" y="2024747"/>
                </a:lnTo>
                <a:lnTo>
                  <a:pt x="6547040" y="2024474"/>
                </a:lnTo>
                <a:cubicBezTo>
                  <a:pt x="6537882" y="2024425"/>
                  <a:pt x="6533193" y="2025332"/>
                  <a:pt x="6530482" y="2026659"/>
                </a:cubicBezTo>
                <a:lnTo>
                  <a:pt x="6528565" y="2028600"/>
                </a:lnTo>
                <a:lnTo>
                  <a:pt x="6517741" y="2030558"/>
                </a:lnTo>
                <a:lnTo>
                  <a:pt x="6497855" y="2035650"/>
                </a:lnTo>
                <a:lnTo>
                  <a:pt x="6492785" y="2035444"/>
                </a:lnTo>
                <a:lnTo>
                  <a:pt x="6460692" y="2041321"/>
                </a:lnTo>
                <a:lnTo>
                  <a:pt x="6459609" y="2040851"/>
                </a:lnTo>
                <a:cubicBezTo>
                  <a:pt x="6456451" y="2039933"/>
                  <a:pt x="6452734" y="2039508"/>
                  <a:pt x="6447765" y="2040102"/>
                </a:cubicBezTo>
                <a:cubicBezTo>
                  <a:pt x="6446007" y="2031126"/>
                  <a:pt x="6441093" y="2037380"/>
                  <a:pt x="6426590" y="2039928"/>
                </a:cubicBezTo>
                <a:cubicBezTo>
                  <a:pt x="6423606" y="2033241"/>
                  <a:pt x="6413230" y="2032925"/>
                  <a:pt x="6401693" y="2033537"/>
                </a:cubicBezTo>
                <a:lnTo>
                  <a:pt x="6387141" y="2033161"/>
                </a:lnTo>
                <a:lnTo>
                  <a:pt x="6357846" y="2036782"/>
                </a:lnTo>
                <a:lnTo>
                  <a:pt x="6342914" y="2037585"/>
                </a:lnTo>
                <a:lnTo>
                  <a:pt x="6336300" y="2038781"/>
                </a:lnTo>
                <a:lnTo>
                  <a:pt x="6317178" y="2038968"/>
                </a:lnTo>
                <a:lnTo>
                  <a:pt x="6161427" y="2047338"/>
                </a:lnTo>
                <a:cubicBezTo>
                  <a:pt x="6147824" y="2057658"/>
                  <a:pt x="6118908" y="2077615"/>
                  <a:pt x="6097339" y="2082438"/>
                </a:cubicBezTo>
                <a:cubicBezTo>
                  <a:pt x="6090149" y="2084046"/>
                  <a:pt x="6083776" y="2083972"/>
                  <a:pt x="6079059" y="2081299"/>
                </a:cubicBezTo>
                <a:cubicBezTo>
                  <a:pt x="6063900" y="2082334"/>
                  <a:pt x="6011621" y="2084537"/>
                  <a:pt x="5998439" y="2070958"/>
                </a:cubicBezTo>
                <a:cubicBezTo>
                  <a:pt x="5976443" y="2071759"/>
                  <a:pt x="5925514" y="2069780"/>
                  <a:pt x="5904290" y="2070255"/>
                </a:cubicBezTo>
                <a:cubicBezTo>
                  <a:pt x="5871515" y="2066244"/>
                  <a:pt x="5843986" y="2088249"/>
                  <a:pt x="5814867" y="2079032"/>
                </a:cubicBezTo>
                <a:cubicBezTo>
                  <a:pt x="5792003" y="2070559"/>
                  <a:pt x="5750009" y="2076273"/>
                  <a:pt x="5725743" y="2070558"/>
                </a:cubicBezTo>
                <a:cubicBezTo>
                  <a:pt x="5716432" y="2058355"/>
                  <a:pt x="5667424" y="2047322"/>
                  <a:pt x="5650546" y="2052412"/>
                </a:cubicBezTo>
                <a:cubicBezTo>
                  <a:pt x="5614627" y="2046084"/>
                  <a:pt x="5608108" y="2028306"/>
                  <a:pt x="5581284" y="2023175"/>
                </a:cubicBezTo>
                <a:lnTo>
                  <a:pt x="5572593" y="2018391"/>
                </a:lnTo>
                <a:lnTo>
                  <a:pt x="5548580" y="2016951"/>
                </a:lnTo>
                <a:cubicBezTo>
                  <a:pt x="5523726" y="2017783"/>
                  <a:pt x="5498337" y="2019663"/>
                  <a:pt x="5471173" y="2018786"/>
                </a:cubicBezTo>
                <a:cubicBezTo>
                  <a:pt x="5447687" y="2003020"/>
                  <a:pt x="5353807" y="2022324"/>
                  <a:pt x="5340320" y="2037611"/>
                </a:cubicBezTo>
                <a:cubicBezTo>
                  <a:pt x="5340015" y="2024215"/>
                  <a:pt x="5271937" y="2042455"/>
                  <a:pt x="5254376" y="2042928"/>
                </a:cubicBezTo>
                <a:cubicBezTo>
                  <a:pt x="5248522" y="2043086"/>
                  <a:pt x="5248281" y="2041270"/>
                  <a:pt x="5258035" y="2035649"/>
                </a:cubicBezTo>
                <a:cubicBezTo>
                  <a:pt x="5239374" y="2037214"/>
                  <a:pt x="5220112" y="2030252"/>
                  <a:pt x="5230622" y="2024576"/>
                </a:cubicBezTo>
                <a:cubicBezTo>
                  <a:pt x="5173932" y="2036724"/>
                  <a:pt x="5090262" y="2024645"/>
                  <a:pt x="5026203" y="2030162"/>
                </a:cubicBezTo>
                <a:cubicBezTo>
                  <a:pt x="4991280" y="2016814"/>
                  <a:pt x="5010212" y="2029164"/>
                  <a:pt x="4973988" y="2026668"/>
                </a:cubicBezTo>
                <a:cubicBezTo>
                  <a:pt x="4983896" y="2038955"/>
                  <a:pt x="4930012" y="2019774"/>
                  <a:pt x="4928030" y="2033642"/>
                </a:cubicBezTo>
                <a:cubicBezTo>
                  <a:pt x="4921501" y="2032748"/>
                  <a:pt x="4915238" y="2031445"/>
                  <a:pt x="4908970" y="2030033"/>
                </a:cubicBezTo>
                <a:lnTo>
                  <a:pt x="4905679" y="2029300"/>
                </a:lnTo>
                <a:lnTo>
                  <a:pt x="4892525" y="2028768"/>
                </a:lnTo>
                <a:lnTo>
                  <a:pt x="4888818" y="2025619"/>
                </a:lnTo>
                <a:lnTo>
                  <a:pt x="4869018" y="2022668"/>
                </a:lnTo>
                <a:cubicBezTo>
                  <a:pt x="4861602" y="2022028"/>
                  <a:pt x="4853622" y="2021880"/>
                  <a:pt x="4844804" y="2022527"/>
                </a:cubicBezTo>
                <a:cubicBezTo>
                  <a:pt x="4823110" y="2028022"/>
                  <a:pt x="4789330" y="2021287"/>
                  <a:pt x="4758778" y="2021694"/>
                </a:cubicBezTo>
                <a:lnTo>
                  <a:pt x="4744748" y="2023396"/>
                </a:lnTo>
                <a:lnTo>
                  <a:pt x="4698956" y="2020558"/>
                </a:lnTo>
                <a:cubicBezTo>
                  <a:pt x="4685921" y="2020008"/>
                  <a:pt x="4672392" y="2019718"/>
                  <a:pt x="4658147" y="2019920"/>
                </a:cubicBezTo>
                <a:lnTo>
                  <a:pt x="4631706" y="2021274"/>
                </a:lnTo>
                <a:lnTo>
                  <a:pt x="4624776" y="2020152"/>
                </a:lnTo>
                <a:cubicBezTo>
                  <a:pt x="4612703" y="2020277"/>
                  <a:pt x="4596727" y="2024226"/>
                  <a:pt x="4598150" y="2019429"/>
                </a:cubicBezTo>
                <a:lnTo>
                  <a:pt x="4584588" y="2021092"/>
                </a:lnTo>
                <a:lnTo>
                  <a:pt x="4571203" y="2017263"/>
                </a:lnTo>
                <a:cubicBezTo>
                  <a:pt x="4569736" y="2016374"/>
                  <a:pt x="4568633" y="2015427"/>
                  <a:pt x="4567930" y="2014458"/>
                </a:cubicBezTo>
                <a:lnTo>
                  <a:pt x="4548984" y="2015717"/>
                </a:lnTo>
                <a:lnTo>
                  <a:pt x="4533451" y="2012976"/>
                </a:lnTo>
                <a:lnTo>
                  <a:pt x="4519910" y="2014768"/>
                </a:lnTo>
                <a:lnTo>
                  <a:pt x="4514290" y="2014364"/>
                </a:lnTo>
                <a:lnTo>
                  <a:pt x="4500320" y="2013007"/>
                </a:lnTo>
                <a:cubicBezTo>
                  <a:pt x="4493159" y="2012056"/>
                  <a:pt x="4485144" y="2010910"/>
                  <a:pt x="4476219" y="2009993"/>
                </a:cubicBezTo>
                <a:lnTo>
                  <a:pt x="4468701" y="2009574"/>
                </a:lnTo>
                <a:lnTo>
                  <a:pt x="4452333" y="2004964"/>
                </a:lnTo>
                <a:cubicBezTo>
                  <a:pt x="4440422" y="2001479"/>
                  <a:pt x="4431048" y="1999130"/>
                  <a:pt x="4420644" y="2001021"/>
                </a:cubicBezTo>
                <a:cubicBezTo>
                  <a:pt x="4402911" y="1996519"/>
                  <a:pt x="4390524" y="1983900"/>
                  <a:pt x="4364856" y="1987267"/>
                </a:cubicBezTo>
                <a:cubicBezTo>
                  <a:pt x="4372645" y="1981550"/>
                  <a:pt x="4336350" y="1986575"/>
                  <a:pt x="4332062" y="1980703"/>
                </a:cubicBezTo>
                <a:cubicBezTo>
                  <a:pt x="4330083" y="1975974"/>
                  <a:pt x="4318612" y="1976397"/>
                  <a:pt x="4309876" y="1974653"/>
                </a:cubicBezTo>
                <a:cubicBezTo>
                  <a:pt x="4303650" y="1969824"/>
                  <a:pt x="4259693" y="1965414"/>
                  <a:pt x="4244391" y="1966109"/>
                </a:cubicBezTo>
                <a:cubicBezTo>
                  <a:pt x="4201255" y="1970914"/>
                  <a:pt x="4166558" y="1951471"/>
                  <a:pt x="4132071" y="1954813"/>
                </a:cubicBezTo>
                <a:cubicBezTo>
                  <a:pt x="4123041" y="1954358"/>
                  <a:pt x="4115554" y="1953263"/>
                  <a:pt x="4109069" y="1951778"/>
                </a:cubicBezTo>
                <a:lnTo>
                  <a:pt x="4092908" y="1946662"/>
                </a:lnTo>
                <a:cubicBezTo>
                  <a:pt x="4092707" y="1945539"/>
                  <a:pt x="4092506" y="1944415"/>
                  <a:pt x="4092306" y="1943291"/>
                </a:cubicBezTo>
                <a:lnTo>
                  <a:pt x="4080234" y="1941219"/>
                </a:lnTo>
                <a:lnTo>
                  <a:pt x="4077778" y="1940145"/>
                </a:lnTo>
                <a:cubicBezTo>
                  <a:pt x="4073105" y="1938081"/>
                  <a:pt x="4068339" y="1936119"/>
                  <a:pt x="4062936" y="1934506"/>
                </a:cubicBezTo>
                <a:cubicBezTo>
                  <a:pt x="4048082" y="1947155"/>
                  <a:pt x="4014523" y="1922869"/>
                  <a:pt x="4012506" y="1935475"/>
                </a:cubicBezTo>
                <a:cubicBezTo>
                  <a:pt x="3980228" y="1928812"/>
                  <a:pt x="3986775" y="1942559"/>
                  <a:pt x="3965880" y="1925968"/>
                </a:cubicBezTo>
                <a:cubicBezTo>
                  <a:pt x="3899515" y="1923414"/>
                  <a:pt x="3830855" y="1902158"/>
                  <a:pt x="3765338" y="1906649"/>
                </a:cubicBezTo>
                <a:cubicBezTo>
                  <a:pt x="3780686" y="1902635"/>
                  <a:pt x="3768784" y="1893856"/>
                  <a:pt x="3749493" y="1893071"/>
                </a:cubicBezTo>
                <a:cubicBezTo>
                  <a:pt x="3807776" y="1876857"/>
                  <a:pt x="3656400" y="1898030"/>
                  <a:pt x="3672704" y="1881383"/>
                </a:cubicBezTo>
                <a:cubicBezTo>
                  <a:pt x="3645532" y="1893973"/>
                  <a:pt x="3537791" y="1900656"/>
                  <a:pt x="3530082" y="1883187"/>
                </a:cubicBezTo>
                <a:cubicBezTo>
                  <a:pt x="3479808" y="1875044"/>
                  <a:pt x="3426017" y="1877998"/>
                  <a:pt x="3387664" y="1862579"/>
                </a:cubicBezTo>
                <a:cubicBezTo>
                  <a:pt x="3382649" y="1863935"/>
                  <a:pt x="3377277" y="1864791"/>
                  <a:pt x="3371681" y="1865293"/>
                </a:cubicBezTo>
                <a:lnTo>
                  <a:pt x="3355305" y="1865842"/>
                </a:lnTo>
                <a:lnTo>
                  <a:pt x="3353790" y="1865158"/>
                </a:lnTo>
                <a:cubicBezTo>
                  <a:pt x="3346144" y="1863282"/>
                  <a:pt x="3340687" y="1863057"/>
                  <a:pt x="3336210" y="1863564"/>
                </a:cubicBezTo>
                <a:lnTo>
                  <a:pt x="3331381" y="1864716"/>
                </a:lnTo>
                <a:lnTo>
                  <a:pt x="3319012" y="1864093"/>
                </a:lnTo>
                <a:lnTo>
                  <a:pt x="3293818" y="1864135"/>
                </a:lnTo>
                <a:lnTo>
                  <a:pt x="3289881" y="1862954"/>
                </a:lnTo>
                <a:lnTo>
                  <a:pt x="3253090" y="1861164"/>
                </a:lnTo>
                <a:cubicBezTo>
                  <a:pt x="3253042" y="1860968"/>
                  <a:pt x="3252996" y="1860771"/>
                  <a:pt x="3252949" y="1860574"/>
                </a:cubicBezTo>
                <a:cubicBezTo>
                  <a:pt x="3251799" y="1859213"/>
                  <a:pt x="3249368" y="1858131"/>
                  <a:pt x="3244187" y="1857604"/>
                </a:cubicBezTo>
                <a:cubicBezTo>
                  <a:pt x="3250860" y="1853873"/>
                  <a:pt x="3250577" y="1852999"/>
                  <a:pt x="3246570" y="1852946"/>
                </a:cubicBezTo>
                <a:lnTo>
                  <a:pt x="3237810" y="1853064"/>
                </a:lnTo>
                <a:lnTo>
                  <a:pt x="3230822" y="1855474"/>
                </a:lnTo>
                <a:cubicBezTo>
                  <a:pt x="3206812" y="1862286"/>
                  <a:pt x="3176733" y="1868865"/>
                  <a:pt x="3136549" y="1874037"/>
                </a:cubicBezTo>
                <a:cubicBezTo>
                  <a:pt x="3081163" y="1880168"/>
                  <a:pt x="2902557" y="1900580"/>
                  <a:pt x="2845754" y="1910932"/>
                </a:cubicBezTo>
                <a:cubicBezTo>
                  <a:pt x="2860822" y="1944376"/>
                  <a:pt x="2813389" y="1905358"/>
                  <a:pt x="2786878" y="1917162"/>
                </a:cubicBezTo>
                <a:cubicBezTo>
                  <a:pt x="2766803" y="1917398"/>
                  <a:pt x="2741628" y="1915886"/>
                  <a:pt x="2725298" y="1912340"/>
                </a:cubicBezTo>
                <a:cubicBezTo>
                  <a:pt x="2716680" y="1911427"/>
                  <a:pt x="2707572" y="1911972"/>
                  <a:pt x="2697754" y="1914863"/>
                </a:cubicBezTo>
                <a:cubicBezTo>
                  <a:pt x="2667185" y="1939014"/>
                  <a:pt x="2622149" y="1926211"/>
                  <a:pt x="2568063" y="1936283"/>
                </a:cubicBezTo>
                <a:cubicBezTo>
                  <a:pt x="2552625" y="1932001"/>
                  <a:pt x="2502682" y="1953378"/>
                  <a:pt x="2489784" y="1943720"/>
                </a:cubicBezTo>
                <a:cubicBezTo>
                  <a:pt x="2478524" y="1943155"/>
                  <a:pt x="2467418" y="1949411"/>
                  <a:pt x="2458978" y="1938095"/>
                </a:cubicBezTo>
                <a:cubicBezTo>
                  <a:pt x="2417552" y="1934639"/>
                  <a:pt x="2366376" y="1931293"/>
                  <a:pt x="2318712" y="1934474"/>
                </a:cubicBezTo>
                <a:cubicBezTo>
                  <a:pt x="2296029" y="1936526"/>
                  <a:pt x="2282069" y="1938434"/>
                  <a:pt x="2268709" y="1940521"/>
                </a:cubicBezTo>
                <a:lnTo>
                  <a:pt x="2264080" y="1941232"/>
                </a:lnTo>
                <a:lnTo>
                  <a:pt x="2254684" y="1943524"/>
                </a:lnTo>
                <a:lnTo>
                  <a:pt x="2252523" y="1943004"/>
                </a:lnTo>
                <a:lnTo>
                  <a:pt x="2173350" y="1929202"/>
                </a:lnTo>
                <a:lnTo>
                  <a:pt x="2155266" y="1920267"/>
                </a:lnTo>
                <a:lnTo>
                  <a:pt x="2091013" y="1914631"/>
                </a:lnTo>
                <a:cubicBezTo>
                  <a:pt x="2033357" y="1920614"/>
                  <a:pt x="2070513" y="1905065"/>
                  <a:pt x="2030712" y="1897690"/>
                </a:cubicBezTo>
                <a:cubicBezTo>
                  <a:pt x="1994539" y="1893055"/>
                  <a:pt x="1958569" y="1883188"/>
                  <a:pt x="1908838" y="1892222"/>
                </a:cubicBezTo>
                <a:cubicBezTo>
                  <a:pt x="1897236" y="1896147"/>
                  <a:pt x="1883338" y="1892415"/>
                  <a:pt x="1877796" y="1883887"/>
                </a:cubicBezTo>
                <a:cubicBezTo>
                  <a:pt x="1876842" y="1882419"/>
                  <a:pt x="1876177" y="1880863"/>
                  <a:pt x="1875824" y="1879265"/>
                </a:cubicBezTo>
                <a:cubicBezTo>
                  <a:pt x="1843474" y="1887199"/>
                  <a:pt x="1841511" y="1873818"/>
                  <a:pt x="1823048" y="1881064"/>
                </a:cubicBezTo>
                <a:cubicBezTo>
                  <a:pt x="1792640" y="1872164"/>
                  <a:pt x="1782358" y="1850450"/>
                  <a:pt x="1765736" y="1856578"/>
                </a:cubicBezTo>
                <a:cubicBezTo>
                  <a:pt x="1753024" y="1849107"/>
                  <a:pt x="1745932" y="1828316"/>
                  <a:pt x="1725669" y="1833744"/>
                </a:cubicBezTo>
                <a:cubicBezTo>
                  <a:pt x="1727428" y="1831405"/>
                  <a:pt x="1726953" y="1830157"/>
                  <a:pt x="1725216" y="1829447"/>
                </a:cubicBezTo>
                <a:lnTo>
                  <a:pt x="1721485" y="1828960"/>
                </a:lnTo>
                <a:lnTo>
                  <a:pt x="1717786" y="1832224"/>
                </a:lnTo>
                <a:cubicBezTo>
                  <a:pt x="1703445" y="1843277"/>
                  <a:pt x="1706547" y="1827935"/>
                  <a:pt x="1689907" y="1825425"/>
                </a:cubicBezTo>
                <a:cubicBezTo>
                  <a:pt x="1682338" y="1823445"/>
                  <a:pt x="1685181" y="1820226"/>
                  <a:pt x="1688093" y="1817391"/>
                </a:cubicBezTo>
                <a:lnTo>
                  <a:pt x="1496789" y="1805297"/>
                </a:lnTo>
                <a:cubicBezTo>
                  <a:pt x="1463551" y="1793913"/>
                  <a:pt x="1426345" y="1786892"/>
                  <a:pt x="1392839" y="1758649"/>
                </a:cubicBezTo>
                <a:cubicBezTo>
                  <a:pt x="1386461" y="1750573"/>
                  <a:pt x="1374031" y="1756918"/>
                  <a:pt x="1360872" y="1752441"/>
                </a:cubicBezTo>
                <a:cubicBezTo>
                  <a:pt x="1347711" y="1747963"/>
                  <a:pt x="1332751" y="1735898"/>
                  <a:pt x="1313885" y="1731785"/>
                </a:cubicBezTo>
                <a:cubicBezTo>
                  <a:pt x="1281989" y="1726305"/>
                  <a:pt x="1256405" y="1739744"/>
                  <a:pt x="1247665" y="1727765"/>
                </a:cubicBezTo>
                <a:cubicBezTo>
                  <a:pt x="1231363" y="1728538"/>
                  <a:pt x="1209120" y="1742556"/>
                  <a:pt x="1196850" y="1729622"/>
                </a:cubicBezTo>
                <a:cubicBezTo>
                  <a:pt x="1195195" y="1740224"/>
                  <a:pt x="1178147" y="1721561"/>
                  <a:pt x="1168728" y="1728550"/>
                </a:cubicBezTo>
                <a:cubicBezTo>
                  <a:pt x="1152073" y="1727193"/>
                  <a:pt x="1122804" y="1725926"/>
                  <a:pt x="1096918" y="1721485"/>
                </a:cubicBezTo>
                <a:lnTo>
                  <a:pt x="1094082" y="1720113"/>
                </a:lnTo>
                <a:lnTo>
                  <a:pt x="1040782" y="1721762"/>
                </a:lnTo>
                <a:cubicBezTo>
                  <a:pt x="987172" y="1722352"/>
                  <a:pt x="1023272" y="1708707"/>
                  <a:pt x="955980" y="1719289"/>
                </a:cubicBezTo>
                <a:cubicBezTo>
                  <a:pt x="948995" y="1714208"/>
                  <a:pt x="940521" y="1713816"/>
                  <a:pt x="926108" y="1715917"/>
                </a:cubicBezTo>
                <a:cubicBezTo>
                  <a:pt x="900077" y="1715834"/>
                  <a:pt x="902688" y="1703436"/>
                  <a:pt x="876049" y="1710422"/>
                </a:cubicBezTo>
                <a:cubicBezTo>
                  <a:pt x="881084" y="1703830"/>
                  <a:pt x="826830" y="1706893"/>
                  <a:pt x="839194" y="1700176"/>
                </a:cubicBezTo>
                <a:cubicBezTo>
                  <a:pt x="822548" y="1693764"/>
                  <a:pt x="813674" y="1703628"/>
                  <a:pt x="797112" y="1698014"/>
                </a:cubicBezTo>
                <a:cubicBezTo>
                  <a:pt x="778195" y="1696418"/>
                  <a:pt x="807647" y="1705364"/>
                  <a:pt x="786610" y="1705455"/>
                </a:cubicBezTo>
                <a:cubicBezTo>
                  <a:pt x="761170" y="1704357"/>
                  <a:pt x="760599" y="1716610"/>
                  <a:pt x="741833" y="1700566"/>
                </a:cubicBezTo>
                <a:lnTo>
                  <a:pt x="673985" y="1692278"/>
                </a:lnTo>
                <a:cubicBezTo>
                  <a:pt x="658515" y="1695829"/>
                  <a:pt x="646395" y="1693620"/>
                  <a:pt x="634665" y="1689550"/>
                </a:cubicBezTo>
                <a:cubicBezTo>
                  <a:pt x="599149" y="1689690"/>
                  <a:pt x="567176" y="1683160"/>
                  <a:pt x="527471" y="1679869"/>
                </a:cubicBezTo>
                <a:cubicBezTo>
                  <a:pt x="484099" y="1683240"/>
                  <a:pt x="462693" y="1671949"/>
                  <a:pt x="420260" y="1668475"/>
                </a:cubicBezTo>
                <a:cubicBezTo>
                  <a:pt x="377482" y="1677390"/>
                  <a:pt x="393500" y="1652730"/>
                  <a:pt x="357630" y="1652142"/>
                </a:cubicBezTo>
                <a:cubicBezTo>
                  <a:pt x="298692" y="1659518"/>
                  <a:pt x="359631" y="1643849"/>
                  <a:pt x="269407" y="1643812"/>
                </a:cubicBezTo>
                <a:cubicBezTo>
                  <a:pt x="264204" y="1645215"/>
                  <a:pt x="253436" y="1643159"/>
                  <a:pt x="254769" y="1641013"/>
                </a:cubicBezTo>
                <a:cubicBezTo>
                  <a:pt x="234996" y="1641090"/>
                  <a:pt x="179093" y="1626583"/>
                  <a:pt x="150763" y="1628143"/>
                </a:cubicBezTo>
                <a:cubicBezTo>
                  <a:pt x="96232" y="1619954"/>
                  <a:pt x="68845" y="1629422"/>
                  <a:pt x="29133" y="1626172"/>
                </a:cubicBezTo>
                <a:lnTo>
                  <a:pt x="0" y="1619589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79A031-3D4B-96BA-32DF-E53F8B3F9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8675" y="494414"/>
            <a:ext cx="10534650" cy="81740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36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Overall Interface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3231E522-F5A8-6DC0-A090-F271EA5592D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61880" y="2354239"/>
            <a:ext cx="8268240" cy="3948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14830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Widescreen</PresentationFormat>
  <Slides>16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Budget wise AI Based expense forecasting tool</vt:lpstr>
      <vt:lpstr> Milestone 1 Objectives    </vt:lpstr>
      <vt:lpstr>User Authentication System </vt:lpstr>
      <vt:lpstr>Transaction Management System</vt:lpstr>
      <vt:lpstr>Technical Architecture - Milestone 1  </vt:lpstr>
      <vt:lpstr>PowerPoint Presentation</vt:lpstr>
      <vt:lpstr>User Interface - Authentication </vt:lpstr>
      <vt:lpstr>PowerPoint Presentation</vt:lpstr>
      <vt:lpstr>User Interface - Transaction Input </vt:lpstr>
      <vt:lpstr>PowerPoint Presentation</vt:lpstr>
      <vt:lpstr>Database Design - Milestone 1 </vt:lpstr>
      <vt:lpstr>Security Implementation </vt:lpstr>
      <vt:lpstr>Milestone 1 Achievements </vt:lpstr>
      <vt:lpstr>PowerPoint Presentation</vt:lpstr>
      <vt:lpstr>Overall Interface </vt:lpstr>
      <vt:lpstr>Overall Interface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revision>2</cp:revision>
  <dcterms:created xsi:type="dcterms:W3CDTF">2025-10-29T12:39:27Z</dcterms:created>
  <dcterms:modified xsi:type="dcterms:W3CDTF">2025-11-20T13:29:39Z</dcterms:modified>
</cp:coreProperties>
</file>